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5" r:id="rId6"/>
    <p:sldId id="261" r:id="rId7"/>
    <p:sldId id="260" r:id="rId8"/>
    <p:sldId id="267" r:id="rId9"/>
    <p:sldId id="263" r:id="rId10"/>
    <p:sldId id="264" r:id="rId11"/>
    <p:sldId id="262" r:id="rId12"/>
    <p:sldId id="268" r:id="rId13"/>
  </p:sldIdLst>
  <p:sldSz cx="14630400" cy="8229600"/>
  <p:notesSz cx="8229600" cy="14630400"/>
  <p:embeddedFontLst>
    <p:embeddedFont>
      <p:font typeface="Inter" charset="0"/>
      <p:regular r:id="rId15"/>
    </p:embeddedFont>
    <p:embeddedFont>
      <p:font typeface="Calibri" pitchFamily="34" charset="0"/>
      <p:regular r:id="rId16"/>
      <p:bold r:id="rId17"/>
      <p:italic r:id="rId18"/>
      <p:boldItalic r:id="rId19"/>
    </p:embeddedFont>
    <p:embeddedFont>
      <p:font typeface="Gelasio Semi Bold" charset="0"/>
      <p:regular r:id="rId20"/>
    </p:embeddedFont>
    <p:embeddedFont>
      <p:font typeface="Gelasio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-1092" y="-390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5B6BF3-2113-4854-8DFF-20B1C067DD7A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7039AB3-C875-4FF0-8715-AAE2F66BD782}">
      <dgm:prSet phldrT="[Text]"/>
      <dgm:spPr>
        <a:blipFill rotWithShape="0">
          <a:blip xmlns:r="http://schemas.openxmlformats.org/officeDocument/2006/relationships" r:embed="rId1"/>
          <a:stretch>
            <a:fillRect/>
          </a:stretch>
        </a:blipFill>
        <a:ln>
          <a:solidFill>
            <a:schemeClr val="accent1"/>
          </a:solidFill>
        </a:ln>
      </dgm:spPr>
      <dgm:t>
        <a:bodyPr/>
        <a:lstStyle/>
        <a:p>
          <a:r>
            <a:rPr lang="en-US" b="1" dirty="0" smtClean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rPr>
            <a:t>Mobile App</a:t>
          </a:r>
        </a:p>
        <a:p>
          <a:endParaRPr lang="en-IN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50CFCE8C-85ED-4BA7-9A12-858FEA50D2D7}" type="parTrans" cxnId="{C1D3DC58-FDD0-4979-9264-BC020B47E0F6}">
      <dgm:prSet/>
      <dgm:spPr/>
      <dgm:t>
        <a:bodyPr/>
        <a:lstStyle/>
        <a:p>
          <a:endParaRPr lang="en-IN"/>
        </a:p>
      </dgm:t>
    </dgm:pt>
    <dgm:pt modelId="{3AC64987-6D39-41E7-8FA0-D2B39CAA5BD4}" type="sibTrans" cxnId="{C1D3DC58-FDD0-4979-9264-BC020B47E0F6}">
      <dgm:prSet/>
      <dgm:spPr/>
      <dgm:t>
        <a:bodyPr/>
        <a:lstStyle/>
        <a:p>
          <a:endParaRPr lang="en-IN"/>
        </a:p>
      </dgm:t>
    </dgm:pt>
    <dgm:pt modelId="{02D33154-2323-414D-91EE-A5BC1C47D86C}">
      <dgm:prSet phldrT="[Text]"/>
      <dgm:spPr/>
      <dgm:t>
        <a:bodyPr/>
        <a:lstStyle/>
        <a:p>
          <a:r>
            <a:rPr lang="en-US" dirty="0" smtClean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rPr>
            <a:t>Better accessibility on smartphones</a:t>
          </a:r>
          <a:endParaRPr lang="en-IN" dirty="0"/>
        </a:p>
      </dgm:t>
    </dgm:pt>
    <dgm:pt modelId="{4C19D8A0-EF7E-4ADD-A6EE-D4B455B05448}" type="parTrans" cxnId="{C703905C-2F66-4AF7-ACAC-9B27CC6BC68B}">
      <dgm:prSet/>
      <dgm:spPr/>
      <dgm:t>
        <a:bodyPr/>
        <a:lstStyle/>
        <a:p>
          <a:endParaRPr lang="en-IN"/>
        </a:p>
      </dgm:t>
    </dgm:pt>
    <dgm:pt modelId="{867538D8-4D38-4E51-B29F-E206FA1B9960}" type="sibTrans" cxnId="{C703905C-2F66-4AF7-ACAC-9B27CC6BC68B}">
      <dgm:prSet/>
      <dgm:spPr/>
      <dgm:t>
        <a:bodyPr/>
        <a:lstStyle/>
        <a:p>
          <a:endParaRPr lang="en-IN"/>
        </a:p>
      </dgm:t>
    </dgm:pt>
    <dgm:pt modelId="{9D83CADB-3B9C-4094-941C-3D057B81332A}">
      <dgm:prSet phldrT="[Text]"/>
      <dgm:spPr>
        <a:blipFill rotWithShape="0">
          <a:blip xmlns:r="http://schemas.openxmlformats.org/officeDocument/2006/relationships" r:embed="rId1"/>
          <a:stretch>
            <a:fillRect/>
          </a:stretch>
        </a:blipFill>
        <a:ln>
          <a:solidFill>
            <a:schemeClr val="accent1"/>
          </a:solidFill>
        </a:ln>
      </dgm:spPr>
      <dgm:t>
        <a:bodyPr/>
        <a:lstStyle/>
        <a:p>
          <a:r>
            <a:rPr lang="en-US" b="1" dirty="0" smtClean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rPr>
            <a:t>AI Features</a:t>
          </a:r>
        </a:p>
        <a:p>
          <a:endParaRPr lang="en-IN" dirty="0"/>
        </a:p>
      </dgm:t>
    </dgm:pt>
    <dgm:pt modelId="{EB061B79-7BB9-4B5E-90C1-129E16820E6E}" type="parTrans" cxnId="{9ADBA70E-9055-4195-8978-51ED027E55DF}">
      <dgm:prSet/>
      <dgm:spPr/>
      <dgm:t>
        <a:bodyPr/>
        <a:lstStyle/>
        <a:p>
          <a:endParaRPr lang="en-IN"/>
        </a:p>
      </dgm:t>
    </dgm:pt>
    <dgm:pt modelId="{CACBD105-1B56-465A-843A-DBFF27CCDF75}" type="sibTrans" cxnId="{9ADBA70E-9055-4195-8978-51ED027E55DF}">
      <dgm:prSet/>
      <dgm:spPr/>
      <dgm:t>
        <a:bodyPr/>
        <a:lstStyle/>
        <a:p>
          <a:endParaRPr lang="en-IN"/>
        </a:p>
      </dgm:t>
    </dgm:pt>
    <dgm:pt modelId="{F89ECF67-E55B-4061-8DF8-C367804E1CB2}">
      <dgm:prSet phldrT="[Text]"/>
      <dgm:spPr/>
      <dgm:t>
        <a:bodyPr/>
        <a:lstStyle/>
        <a:p>
          <a:r>
            <a:rPr lang="en-US" dirty="0" smtClean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rPr>
            <a:t>Automated resume filtering and recommendations</a:t>
          </a:r>
          <a:endParaRPr lang="en-IN" dirty="0"/>
        </a:p>
      </dgm:t>
    </dgm:pt>
    <dgm:pt modelId="{930B0601-D79A-4201-B2CC-7DC5DAA5B126}" type="parTrans" cxnId="{E0E787E4-37F0-4836-B12A-92906B82C7AC}">
      <dgm:prSet/>
      <dgm:spPr/>
      <dgm:t>
        <a:bodyPr/>
        <a:lstStyle/>
        <a:p>
          <a:endParaRPr lang="en-IN"/>
        </a:p>
      </dgm:t>
    </dgm:pt>
    <dgm:pt modelId="{69B0AA03-7488-450A-8DAC-770BE915A9B7}" type="sibTrans" cxnId="{E0E787E4-37F0-4836-B12A-92906B82C7AC}">
      <dgm:prSet/>
      <dgm:spPr/>
      <dgm:t>
        <a:bodyPr/>
        <a:lstStyle/>
        <a:p>
          <a:endParaRPr lang="en-IN"/>
        </a:p>
      </dgm:t>
    </dgm:pt>
    <dgm:pt modelId="{0B1E25E8-3806-4FF0-A093-EC7DF26829C3}">
      <dgm:prSet phldrT="[Text]"/>
      <dgm:spPr>
        <a:blipFill rotWithShape="0">
          <a:blip xmlns:r="http://schemas.openxmlformats.org/officeDocument/2006/relationships" r:embed="rId1"/>
          <a:stretch>
            <a:fillRect/>
          </a:stretch>
        </a:blipFill>
        <a:ln>
          <a:solidFill>
            <a:schemeClr val="accent1"/>
          </a:solidFill>
        </a:ln>
      </dgm:spPr>
      <dgm:t>
        <a:bodyPr/>
        <a:lstStyle/>
        <a:p>
          <a:r>
            <a:rPr lang="en-US" b="1" dirty="0" smtClean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rPr>
            <a:t>Cloud Deployment</a:t>
          </a:r>
        </a:p>
        <a:p>
          <a:endParaRPr lang="en-IN" dirty="0"/>
        </a:p>
      </dgm:t>
    </dgm:pt>
    <dgm:pt modelId="{AFD0CBB6-4D0E-425E-BEBC-1F6C47F52CEA}" type="parTrans" cxnId="{52A57460-7B39-4C96-9263-8B4306A6E186}">
      <dgm:prSet/>
      <dgm:spPr/>
      <dgm:t>
        <a:bodyPr/>
        <a:lstStyle/>
        <a:p>
          <a:endParaRPr lang="en-IN"/>
        </a:p>
      </dgm:t>
    </dgm:pt>
    <dgm:pt modelId="{42DDF5DC-F2AF-4FDA-83CE-0D421DC8C53A}" type="sibTrans" cxnId="{52A57460-7B39-4C96-9263-8B4306A6E186}">
      <dgm:prSet/>
      <dgm:spPr/>
      <dgm:t>
        <a:bodyPr/>
        <a:lstStyle/>
        <a:p>
          <a:endParaRPr lang="en-IN"/>
        </a:p>
      </dgm:t>
    </dgm:pt>
    <dgm:pt modelId="{E7F86D5F-A375-4FC6-A584-4BE54B35D350}">
      <dgm:prSet phldrT="[Text]"/>
      <dgm:spPr/>
      <dgm:t>
        <a:bodyPr/>
        <a:lstStyle/>
        <a:p>
          <a:r>
            <a:rPr lang="en-US" dirty="0" smtClean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rPr>
            <a:t>Improved scalability and performance</a:t>
          </a:r>
          <a:endParaRPr lang="en-IN" dirty="0"/>
        </a:p>
      </dgm:t>
    </dgm:pt>
    <dgm:pt modelId="{7FF8241F-746A-40AC-884B-6C820ABF0E32}" type="parTrans" cxnId="{C4A5B0C8-484D-4DB7-8294-EB9D818C84E7}">
      <dgm:prSet/>
      <dgm:spPr/>
      <dgm:t>
        <a:bodyPr/>
        <a:lstStyle/>
        <a:p>
          <a:endParaRPr lang="en-IN"/>
        </a:p>
      </dgm:t>
    </dgm:pt>
    <dgm:pt modelId="{86DE8584-14DA-4A42-BEE0-B1DA9400A97A}" type="sibTrans" cxnId="{C4A5B0C8-484D-4DB7-8294-EB9D818C84E7}">
      <dgm:prSet/>
      <dgm:spPr/>
      <dgm:t>
        <a:bodyPr/>
        <a:lstStyle/>
        <a:p>
          <a:endParaRPr lang="en-IN"/>
        </a:p>
      </dgm:t>
    </dgm:pt>
    <dgm:pt modelId="{86DA1C8D-45AA-4B72-90C3-1B327B6A9FD2}">
      <dgm:prSet phldrT="[Text]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IN" dirty="0"/>
        </a:p>
      </dgm:t>
    </dgm:pt>
    <dgm:pt modelId="{ADA72493-4D2F-4CCD-96E5-3BD40EE7B42C}" type="parTrans" cxnId="{FF8E6555-F401-4D02-B0DD-B9D9B25F6BD0}">
      <dgm:prSet/>
      <dgm:spPr/>
      <dgm:t>
        <a:bodyPr/>
        <a:lstStyle/>
        <a:p>
          <a:endParaRPr lang="en-IN"/>
        </a:p>
      </dgm:t>
    </dgm:pt>
    <dgm:pt modelId="{31653F21-9FD0-4F53-9289-A3AE6EFF4A69}" type="sibTrans" cxnId="{FF8E6555-F401-4D02-B0DD-B9D9B25F6BD0}">
      <dgm:prSet/>
      <dgm:spPr/>
      <dgm:t>
        <a:bodyPr/>
        <a:lstStyle/>
        <a:p>
          <a:endParaRPr lang="en-IN"/>
        </a:p>
      </dgm:t>
    </dgm:pt>
    <dgm:pt modelId="{55FADAAF-7BC3-4AEC-8FEA-A27EB212DE05}">
      <dgm:prSet phldrT="[Text]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IN" dirty="0"/>
        </a:p>
      </dgm:t>
    </dgm:pt>
    <dgm:pt modelId="{8526E020-11A9-4CD9-B271-7392236422EC}" type="parTrans" cxnId="{AAC5CB21-6CA6-47BE-9FB9-847DC2A3280D}">
      <dgm:prSet/>
      <dgm:spPr/>
      <dgm:t>
        <a:bodyPr/>
        <a:lstStyle/>
        <a:p>
          <a:endParaRPr lang="en-IN"/>
        </a:p>
      </dgm:t>
    </dgm:pt>
    <dgm:pt modelId="{5380E526-F564-4E1D-9053-55DABF763560}" type="sibTrans" cxnId="{AAC5CB21-6CA6-47BE-9FB9-847DC2A3280D}">
      <dgm:prSet/>
      <dgm:spPr/>
      <dgm:t>
        <a:bodyPr/>
        <a:lstStyle/>
        <a:p>
          <a:endParaRPr lang="en-IN"/>
        </a:p>
      </dgm:t>
    </dgm:pt>
    <dgm:pt modelId="{DA06C09A-BBBF-4477-B993-9502BE4041F1}">
      <dgm:prSet phldrT="[Text]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IN" dirty="0"/>
        </a:p>
      </dgm:t>
    </dgm:pt>
    <dgm:pt modelId="{E2B1F6A2-026A-46EE-A32D-FFFAB6C2510C}" type="parTrans" cxnId="{662DDB5B-D9D6-4CFE-A2B1-1E039F8E8183}">
      <dgm:prSet/>
      <dgm:spPr/>
      <dgm:t>
        <a:bodyPr/>
        <a:lstStyle/>
        <a:p>
          <a:endParaRPr lang="en-IN"/>
        </a:p>
      </dgm:t>
    </dgm:pt>
    <dgm:pt modelId="{6127BBEB-5290-440C-978D-EC6E14C23A6F}" type="sibTrans" cxnId="{662DDB5B-D9D6-4CFE-A2B1-1E039F8E8183}">
      <dgm:prSet/>
      <dgm:spPr/>
      <dgm:t>
        <a:bodyPr/>
        <a:lstStyle/>
        <a:p>
          <a:endParaRPr lang="en-IN"/>
        </a:p>
      </dgm:t>
    </dgm:pt>
    <dgm:pt modelId="{063670E5-D68B-46A7-9B0C-41E9EBBBD22A}" type="pres">
      <dgm:prSet presAssocID="{FF5B6BF3-2113-4854-8DFF-20B1C067DD7A}" presName="linearFlow" presStyleCnt="0">
        <dgm:presLayoutVars>
          <dgm:dir/>
          <dgm:animLvl val="lvl"/>
          <dgm:resizeHandles val="exact"/>
        </dgm:presLayoutVars>
      </dgm:prSet>
      <dgm:spPr/>
    </dgm:pt>
    <dgm:pt modelId="{F9D3F346-D89A-445E-8CDA-E1B822154EE4}" type="pres">
      <dgm:prSet presAssocID="{67039AB3-C875-4FF0-8715-AAE2F66BD782}" presName="composite" presStyleCnt="0"/>
      <dgm:spPr/>
    </dgm:pt>
    <dgm:pt modelId="{3EE1F6C0-0943-47E4-B2A1-EB1557936B18}" type="pres">
      <dgm:prSet presAssocID="{67039AB3-C875-4FF0-8715-AAE2F66BD782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303C9E6-4CDE-4C7C-A53B-0159E116B910}" type="pres">
      <dgm:prSet presAssocID="{67039AB3-C875-4FF0-8715-AAE2F66BD782}" presName="parSh" presStyleLbl="node1" presStyleIdx="0" presStyleCnt="3"/>
      <dgm:spPr/>
      <dgm:t>
        <a:bodyPr/>
        <a:lstStyle/>
        <a:p>
          <a:endParaRPr lang="en-IN"/>
        </a:p>
      </dgm:t>
    </dgm:pt>
    <dgm:pt modelId="{1956DA68-97BD-4402-88B9-ABA9BB8792F3}" type="pres">
      <dgm:prSet presAssocID="{67039AB3-C875-4FF0-8715-AAE2F66BD782}" presName="desTx" presStyleLbl="fgAcc1" presStyleIdx="0" presStyleCnt="3" custScaleX="10791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D20206B-8118-4226-B7F7-38101A1F4700}" type="pres">
      <dgm:prSet presAssocID="{3AC64987-6D39-41E7-8FA0-D2B39CAA5BD4}" presName="sibTrans" presStyleLbl="sibTrans2D1" presStyleIdx="0" presStyleCnt="2"/>
      <dgm:spPr/>
    </dgm:pt>
    <dgm:pt modelId="{9802C4AB-7135-4AE6-BE53-2C27D8411454}" type="pres">
      <dgm:prSet presAssocID="{3AC64987-6D39-41E7-8FA0-D2B39CAA5BD4}" presName="connTx" presStyleLbl="sibTrans2D1" presStyleIdx="0" presStyleCnt="2"/>
      <dgm:spPr/>
    </dgm:pt>
    <dgm:pt modelId="{907BC7EB-002E-44A4-B29F-4CD412188B82}" type="pres">
      <dgm:prSet presAssocID="{9D83CADB-3B9C-4094-941C-3D057B81332A}" presName="composite" presStyleCnt="0"/>
      <dgm:spPr/>
    </dgm:pt>
    <dgm:pt modelId="{0C1152F2-270D-4D9A-9AAE-8E2E46E8C2FB}" type="pres">
      <dgm:prSet presAssocID="{9D83CADB-3B9C-4094-941C-3D057B81332A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E2F5FD2-6274-414D-853B-7328549832F2}" type="pres">
      <dgm:prSet presAssocID="{9D83CADB-3B9C-4094-941C-3D057B81332A}" presName="parSh" presStyleLbl="node1" presStyleIdx="1" presStyleCnt="3"/>
      <dgm:spPr/>
      <dgm:t>
        <a:bodyPr/>
        <a:lstStyle/>
        <a:p>
          <a:endParaRPr lang="en-IN"/>
        </a:p>
      </dgm:t>
    </dgm:pt>
    <dgm:pt modelId="{69CBFD7A-2EFA-420B-969B-B9AA33B48CE6}" type="pres">
      <dgm:prSet presAssocID="{9D83CADB-3B9C-4094-941C-3D057B81332A}" presName="desTx" presStyleLbl="fgAcc1" presStyleIdx="1" presStyleCnt="3" custScaleX="11154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B7750C2-9C8A-4C77-9873-BC0C259469BB}" type="pres">
      <dgm:prSet presAssocID="{CACBD105-1B56-465A-843A-DBFF27CCDF75}" presName="sibTrans" presStyleLbl="sibTrans2D1" presStyleIdx="1" presStyleCnt="2"/>
      <dgm:spPr/>
    </dgm:pt>
    <dgm:pt modelId="{57A64314-8F5F-455B-AC97-0E7382DAE39D}" type="pres">
      <dgm:prSet presAssocID="{CACBD105-1B56-465A-843A-DBFF27CCDF75}" presName="connTx" presStyleLbl="sibTrans2D1" presStyleIdx="1" presStyleCnt="2"/>
      <dgm:spPr/>
    </dgm:pt>
    <dgm:pt modelId="{C3F5192E-8352-4C5D-AEA5-759652571ADA}" type="pres">
      <dgm:prSet presAssocID="{0B1E25E8-3806-4FF0-A093-EC7DF26829C3}" presName="composite" presStyleCnt="0"/>
      <dgm:spPr/>
    </dgm:pt>
    <dgm:pt modelId="{D70F0D6D-711B-416F-BFF8-A81CB375B836}" type="pres">
      <dgm:prSet presAssocID="{0B1E25E8-3806-4FF0-A093-EC7DF26829C3}" presName="par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9E31692-A341-4B67-97A5-C97CCAE5DEFB}" type="pres">
      <dgm:prSet presAssocID="{0B1E25E8-3806-4FF0-A093-EC7DF26829C3}" presName="parSh" presStyleLbl="node1" presStyleIdx="2" presStyleCnt="3"/>
      <dgm:spPr/>
      <dgm:t>
        <a:bodyPr/>
        <a:lstStyle/>
        <a:p>
          <a:endParaRPr lang="en-IN"/>
        </a:p>
      </dgm:t>
    </dgm:pt>
    <dgm:pt modelId="{01D6266F-7648-4DCE-AE49-94E476C98E9A}" type="pres">
      <dgm:prSet presAssocID="{0B1E25E8-3806-4FF0-A093-EC7DF26829C3}" presName="desTx" presStyleLbl="fgAcc1" presStyleIdx="2" presStyleCnt="3" custScaleX="11466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AAC5CB21-6CA6-47BE-9FB9-847DC2A3280D}" srcId="{9D83CADB-3B9C-4094-941C-3D057B81332A}" destId="{55FADAAF-7BC3-4AEC-8FEA-A27EB212DE05}" srcOrd="0" destOrd="0" parTransId="{8526E020-11A9-4CD9-B271-7392236422EC}" sibTransId="{5380E526-F564-4E1D-9053-55DABF763560}"/>
    <dgm:cxn modelId="{FF8E6555-F401-4D02-B0DD-B9D9B25F6BD0}" srcId="{0B1E25E8-3806-4FF0-A093-EC7DF26829C3}" destId="{86DA1C8D-45AA-4B72-90C3-1B327B6A9FD2}" srcOrd="0" destOrd="0" parTransId="{ADA72493-4D2F-4CCD-96E5-3BD40EE7B42C}" sibTransId="{31653F21-9FD0-4F53-9289-A3AE6EFF4A69}"/>
    <dgm:cxn modelId="{662DDB5B-D9D6-4CFE-A2B1-1E039F8E8183}" srcId="{67039AB3-C875-4FF0-8715-AAE2F66BD782}" destId="{DA06C09A-BBBF-4477-B993-9502BE4041F1}" srcOrd="0" destOrd="0" parTransId="{E2B1F6A2-026A-46EE-A32D-FFFAB6C2510C}" sibTransId="{6127BBEB-5290-440C-978D-EC6E14C23A6F}"/>
    <dgm:cxn modelId="{9169675D-D87F-4B85-9487-8019873344B5}" type="presOf" srcId="{02D33154-2323-414D-91EE-A5BC1C47D86C}" destId="{1956DA68-97BD-4402-88B9-ABA9BB8792F3}" srcOrd="0" destOrd="1" presId="urn:microsoft.com/office/officeart/2005/8/layout/process3"/>
    <dgm:cxn modelId="{D7A49A59-BDCA-4899-8F9D-50220AA715E3}" type="presOf" srcId="{CACBD105-1B56-465A-843A-DBFF27CCDF75}" destId="{7B7750C2-9C8A-4C77-9873-BC0C259469BB}" srcOrd="0" destOrd="0" presId="urn:microsoft.com/office/officeart/2005/8/layout/process3"/>
    <dgm:cxn modelId="{C6C7FE92-13AA-4D95-88E4-31BC12E1883B}" type="presOf" srcId="{9D83CADB-3B9C-4094-941C-3D057B81332A}" destId="{0C1152F2-270D-4D9A-9AAE-8E2E46E8C2FB}" srcOrd="0" destOrd="0" presId="urn:microsoft.com/office/officeart/2005/8/layout/process3"/>
    <dgm:cxn modelId="{9ADBA70E-9055-4195-8978-51ED027E55DF}" srcId="{FF5B6BF3-2113-4854-8DFF-20B1C067DD7A}" destId="{9D83CADB-3B9C-4094-941C-3D057B81332A}" srcOrd="1" destOrd="0" parTransId="{EB061B79-7BB9-4B5E-90C1-129E16820E6E}" sibTransId="{CACBD105-1B56-465A-843A-DBFF27CCDF75}"/>
    <dgm:cxn modelId="{C4A5B0C8-484D-4DB7-8294-EB9D818C84E7}" srcId="{0B1E25E8-3806-4FF0-A093-EC7DF26829C3}" destId="{E7F86D5F-A375-4FC6-A584-4BE54B35D350}" srcOrd="1" destOrd="0" parTransId="{7FF8241F-746A-40AC-884B-6C820ABF0E32}" sibTransId="{86DE8584-14DA-4A42-BEE0-B1DA9400A97A}"/>
    <dgm:cxn modelId="{4E0BEFAB-0318-474E-86DE-B8BDABCBFE8E}" type="presOf" srcId="{F89ECF67-E55B-4061-8DF8-C367804E1CB2}" destId="{69CBFD7A-2EFA-420B-969B-B9AA33B48CE6}" srcOrd="0" destOrd="1" presId="urn:microsoft.com/office/officeart/2005/8/layout/process3"/>
    <dgm:cxn modelId="{D0501E2F-90A7-4B53-BAEF-08B2150AE917}" type="presOf" srcId="{3AC64987-6D39-41E7-8FA0-D2B39CAA5BD4}" destId="{FD20206B-8118-4226-B7F7-38101A1F4700}" srcOrd="0" destOrd="0" presId="urn:microsoft.com/office/officeart/2005/8/layout/process3"/>
    <dgm:cxn modelId="{B522D149-2EC4-44A6-98C4-AD86CFC0966A}" type="presOf" srcId="{67039AB3-C875-4FF0-8715-AAE2F66BD782}" destId="{A303C9E6-4CDE-4C7C-A53B-0159E116B910}" srcOrd="1" destOrd="0" presId="urn:microsoft.com/office/officeart/2005/8/layout/process3"/>
    <dgm:cxn modelId="{5CEC4857-C2B5-4F99-9208-2C7AC2F6DFA1}" type="presOf" srcId="{9D83CADB-3B9C-4094-941C-3D057B81332A}" destId="{4E2F5FD2-6274-414D-853B-7328549832F2}" srcOrd="1" destOrd="0" presId="urn:microsoft.com/office/officeart/2005/8/layout/process3"/>
    <dgm:cxn modelId="{C1D3DC58-FDD0-4979-9264-BC020B47E0F6}" srcId="{FF5B6BF3-2113-4854-8DFF-20B1C067DD7A}" destId="{67039AB3-C875-4FF0-8715-AAE2F66BD782}" srcOrd="0" destOrd="0" parTransId="{50CFCE8C-85ED-4BA7-9A12-858FEA50D2D7}" sibTransId="{3AC64987-6D39-41E7-8FA0-D2B39CAA5BD4}"/>
    <dgm:cxn modelId="{90980033-7EB1-4098-A056-18F9A304ED81}" type="presOf" srcId="{E7F86D5F-A375-4FC6-A584-4BE54B35D350}" destId="{01D6266F-7648-4DCE-AE49-94E476C98E9A}" srcOrd="0" destOrd="1" presId="urn:microsoft.com/office/officeart/2005/8/layout/process3"/>
    <dgm:cxn modelId="{A8CFDB77-BD25-433A-9892-746684220891}" type="presOf" srcId="{67039AB3-C875-4FF0-8715-AAE2F66BD782}" destId="{3EE1F6C0-0943-47E4-B2A1-EB1557936B18}" srcOrd="0" destOrd="0" presId="urn:microsoft.com/office/officeart/2005/8/layout/process3"/>
    <dgm:cxn modelId="{3DBA6A70-CC45-4A0C-B53C-5F3893E99B5A}" type="presOf" srcId="{CACBD105-1B56-465A-843A-DBFF27CCDF75}" destId="{57A64314-8F5F-455B-AC97-0E7382DAE39D}" srcOrd="1" destOrd="0" presId="urn:microsoft.com/office/officeart/2005/8/layout/process3"/>
    <dgm:cxn modelId="{768BCEB7-B71B-4B6A-9C30-C66982A81905}" type="presOf" srcId="{DA06C09A-BBBF-4477-B993-9502BE4041F1}" destId="{1956DA68-97BD-4402-88B9-ABA9BB8792F3}" srcOrd="0" destOrd="0" presId="urn:microsoft.com/office/officeart/2005/8/layout/process3"/>
    <dgm:cxn modelId="{C703905C-2F66-4AF7-ACAC-9B27CC6BC68B}" srcId="{67039AB3-C875-4FF0-8715-AAE2F66BD782}" destId="{02D33154-2323-414D-91EE-A5BC1C47D86C}" srcOrd="1" destOrd="0" parTransId="{4C19D8A0-EF7E-4ADD-A6EE-D4B455B05448}" sibTransId="{867538D8-4D38-4E51-B29F-E206FA1B9960}"/>
    <dgm:cxn modelId="{AAA8D9A5-5A86-4ABD-9EA6-C3F4B0319362}" type="presOf" srcId="{3AC64987-6D39-41E7-8FA0-D2B39CAA5BD4}" destId="{9802C4AB-7135-4AE6-BE53-2C27D8411454}" srcOrd="1" destOrd="0" presId="urn:microsoft.com/office/officeart/2005/8/layout/process3"/>
    <dgm:cxn modelId="{E0E787E4-37F0-4836-B12A-92906B82C7AC}" srcId="{9D83CADB-3B9C-4094-941C-3D057B81332A}" destId="{F89ECF67-E55B-4061-8DF8-C367804E1CB2}" srcOrd="1" destOrd="0" parTransId="{930B0601-D79A-4201-B2CC-7DC5DAA5B126}" sibTransId="{69B0AA03-7488-450A-8DAC-770BE915A9B7}"/>
    <dgm:cxn modelId="{E5947C94-611D-4BCE-BB34-A84CEEB06B06}" type="presOf" srcId="{0B1E25E8-3806-4FF0-A093-EC7DF26829C3}" destId="{09E31692-A341-4B67-97A5-C97CCAE5DEFB}" srcOrd="1" destOrd="0" presId="urn:microsoft.com/office/officeart/2005/8/layout/process3"/>
    <dgm:cxn modelId="{52A57460-7B39-4C96-9263-8B4306A6E186}" srcId="{FF5B6BF3-2113-4854-8DFF-20B1C067DD7A}" destId="{0B1E25E8-3806-4FF0-A093-EC7DF26829C3}" srcOrd="2" destOrd="0" parTransId="{AFD0CBB6-4D0E-425E-BEBC-1F6C47F52CEA}" sibTransId="{42DDF5DC-F2AF-4FDA-83CE-0D421DC8C53A}"/>
    <dgm:cxn modelId="{D24CFB1A-E676-4EE1-B7C2-B81050DDB7EE}" type="presOf" srcId="{FF5B6BF3-2113-4854-8DFF-20B1C067DD7A}" destId="{063670E5-D68B-46A7-9B0C-41E9EBBBD22A}" srcOrd="0" destOrd="0" presId="urn:microsoft.com/office/officeart/2005/8/layout/process3"/>
    <dgm:cxn modelId="{1C6A22D2-17A9-4E5C-B879-039A6386BC18}" type="presOf" srcId="{0B1E25E8-3806-4FF0-A093-EC7DF26829C3}" destId="{D70F0D6D-711B-416F-BFF8-A81CB375B836}" srcOrd="0" destOrd="0" presId="urn:microsoft.com/office/officeart/2005/8/layout/process3"/>
    <dgm:cxn modelId="{EADDBCC9-F453-4B41-A3F3-A5D903DB1CF6}" type="presOf" srcId="{86DA1C8D-45AA-4B72-90C3-1B327B6A9FD2}" destId="{01D6266F-7648-4DCE-AE49-94E476C98E9A}" srcOrd="0" destOrd="0" presId="urn:microsoft.com/office/officeart/2005/8/layout/process3"/>
    <dgm:cxn modelId="{2BEC7D4F-9427-46F4-95D1-3B13B31109A8}" type="presOf" srcId="{55FADAAF-7BC3-4AEC-8FEA-A27EB212DE05}" destId="{69CBFD7A-2EFA-420B-969B-B9AA33B48CE6}" srcOrd="0" destOrd="0" presId="urn:microsoft.com/office/officeart/2005/8/layout/process3"/>
    <dgm:cxn modelId="{4712541D-5674-4402-97A6-9A65A48AC1AD}" type="presParOf" srcId="{063670E5-D68B-46A7-9B0C-41E9EBBBD22A}" destId="{F9D3F346-D89A-445E-8CDA-E1B822154EE4}" srcOrd="0" destOrd="0" presId="urn:microsoft.com/office/officeart/2005/8/layout/process3"/>
    <dgm:cxn modelId="{9F8EF1CE-8A71-496F-BAB6-660FB4AA68C8}" type="presParOf" srcId="{F9D3F346-D89A-445E-8CDA-E1B822154EE4}" destId="{3EE1F6C0-0943-47E4-B2A1-EB1557936B18}" srcOrd="0" destOrd="0" presId="urn:microsoft.com/office/officeart/2005/8/layout/process3"/>
    <dgm:cxn modelId="{C89FEB8A-4657-4CDF-9B46-9C0BDF2AE1D0}" type="presParOf" srcId="{F9D3F346-D89A-445E-8CDA-E1B822154EE4}" destId="{A303C9E6-4CDE-4C7C-A53B-0159E116B910}" srcOrd="1" destOrd="0" presId="urn:microsoft.com/office/officeart/2005/8/layout/process3"/>
    <dgm:cxn modelId="{685A8873-A860-42D7-B509-83F6E18BE37E}" type="presParOf" srcId="{F9D3F346-D89A-445E-8CDA-E1B822154EE4}" destId="{1956DA68-97BD-4402-88B9-ABA9BB8792F3}" srcOrd="2" destOrd="0" presId="urn:microsoft.com/office/officeart/2005/8/layout/process3"/>
    <dgm:cxn modelId="{2FDEDBA7-4FB5-4B0E-8675-A91923D9F390}" type="presParOf" srcId="{063670E5-D68B-46A7-9B0C-41E9EBBBD22A}" destId="{FD20206B-8118-4226-B7F7-38101A1F4700}" srcOrd="1" destOrd="0" presId="urn:microsoft.com/office/officeart/2005/8/layout/process3"/>
    <dgm:cxn modelId="{51BBAABA-313A-41FD-B698-945EBCBB44D5}" type="presParOf" srcId="{FD20206B-8118-4226-B7F7-38101A1F4700}" destId="{9802C4AB-7135-4AE6-BE53-2C27D8411454}" srcOrd="0" destOrd="0" presId="urn:microsoft.com/office/officeart/2005/8/layout/process3"/>
    <dgm:cxn modelId="{871DAC19-6FA5-4CDD-A409-214E7D5DA45E}" type="presParOf" srcId="{063670E5-D68B-46A7-9B0C-41E9EBBBD22A}" destId="{907BC7EB-002E-44A4-B29F-4CD412188B82}" srcOrd="2" destOrd="0" presId="urn:microsoft.com/office/officeart/2005/8/layout/process3"/>
    <dgm:cxn modelId="{321BD3AB-2C89-4EC3-B3E4-598BF4EB27C4}" type="presParOf" srcId="{907BC7EB-002E-44A4-B29F-4CD412188B82}" destId="{0C1152F2-270D-4D9A-9AAE-8E2E46E8C2FB}" srcOrd="0" destOrd="0" presId="urn:microsoft.com/office/officeart/2005/8/layout/process3"/>
    <dgm:cxn modelId="{81E9F92D-CBB8-4FB9-BF5E-0FCAC7586F5D}" type="presParOf" srcId="{907BC7EB-002E-44A4-B29F-4CD412188B82}" destId="{4E2F5FD2-6274-414D-853B-7328549832F2}" srcOrd="1" destOrd="0" presId="urn:microsoft.com/office/officeart/2005/8/layout/process3"/>
    <dgm:cxn modelId="{F4797491-8E23-4098-A0F1-764BBBD42DD2}" type="presParOf" srcId="{907BC7EB-002E-44A4-B29F-4CD412188B82}" destId="{69CBFD7A-2EFA-420B-969B-B9AA33B48CE6}" srcOrd="2" destOrd="0" presId="urn:microsoft.com/office/officeart/2005/8/layout/process3"/>
    <dgm:cxn modelId="{6F74B500-98BC-4F21-842F-9B84F15A1738}" type="presParOf" srcId="{063670E5-D68B-46A7-9B0C-41E9EBBBD22A}" destId="{7B7750C2-9C8A-4C77-9873-BC0C259469BB}" srcOrd="3" destOrd="0" presId="urn:microsoft.com/office/officeart/2005/8/layout/process3"/>
    <dgm:cxn modelId="{DB03BFB1-44EC-48A5-BC39-A62FB5E03FD2}" type="presParOf" srcId="{7B7750C2-9C8A-4C77-9873-BC0C259469BB}" destId="{57A64314-8F5F-455B-AC97-0E7382DAE39D}" srcOrd="0" destOrd="0" presId="urn:microsoft.com/office/officeart/2005/8/layout/process3"/>
    <dgm:cxn modelId="{666782C3-5054-4DC6-99A7-030681BE6B0C}" type="presParOf" srcId="{063670E5-D68B-46A7-9B0C-41E9EBBBD22A}" destId="{C3F5192E-8352-4C5D-AEA5-759652571ADA}" srcOrd="4" destOrd="0" presId="urn:microsoft.com/office/officeart/2005/8/layout/process3"/>
    <dgm:cxn modelId="{96496BFB-3CA0-40B9-BD7C-C133BC918681}" type="presParOf" srcId="{C3F5192E-8352-4C5D-AEA5-759652571ADA}" destId="{D70F0D6D-711B-416F-BFF8-A81CB375B836}" srcOrd="0" destOrd="0" presId="urn:microsoft.com/office/officeart/2005/8/layout/process3"/>
    <dgm:cxn modelId="{ECA6735C-9415-47C3-8F43-6BFDFD14F572}" type="presParOf" srcId="{C3F5192E-8352-4C5D-AEA5-759652571ADA}" destId="{09E31692-A341-4B67-97A5-C97CCAE5DEFB}" srcOrd="1" destOrd="0" presId="urn:microsoft.com/office/officeart/2005/8/layout/process3"/>
    <dgm:cxn modelId="{5365C7FD-44F9-4179-80DC-EBB488C81964}" type="presParOf" srcId="{C3F5192E-8352-4C5D-AEA5-759652571ADA}" destId="{01D6266F-7648-4DCE-AE49-94E476C98E9A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03C9E6-4CDE-4C7C-A53B-0159E116B910}">
      <dsp:nvSpPr>
        <dsp:cNvPr id="0" name=""/>
        <dsp:cNvSpPr/>
      </dsp:nvSpPr>
      <dsp:spPr>
        <a:xfrm>
          <a:off x="9486" y="1738438"/>
          <a:ext cx="2829567" cy="1512457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kern="1200" dirty="0" smtClean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rPr>
            <a:t>Mobile App</a:t>
          </a:r>
        </a:p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1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9486" y="1738438"/>
        <a:ext cx="2829567" cy="1008305"/>
      </dsp:txXfrm>
    </dsp:sp>
    <dsp:sp modelId="{1956DA68-97BD-4402-88B9-ABA9BB8792F3}">
      <dsp:nvSpPr>
        <dsp:cNvPr id="0" name=""/>
        <dsp:cNvSpPr/>
      </dsp:nvSpPr>
      <dsp:spPr>
        <a:xfrm>
          <a:off x="477099" y="2746743"/>
          <a:ext cx="3053442" cy="1887637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rPr>
            <a:t>Better accessibility on smartphones</a:t>
          </a:r>
          <a:endParaRPr lang="en-IN" sz="2100" kern="1200" dirty="0"/>
        </a:p>
      </dsp:txBody>
      <dsp:txXfrm>
        <a:off x="532386" y="2802030"/>
        <a:ext cx="2942868" cy="1777063"/>
      </dsp:txXfrm>
    </dsp:sp>
    <dsp:sp modelId="{FD20206B-8118-4226-B7F7-38101A1F4700}">
      <dsp:nvSpPr>
        <dsp:cNvPr id="0" name=""/>
        <dsp:cNvSpPr/>
      </dsp:nvSpPr>
      <dsp:spPr>
        <a:xfrm>
          <a:off x="3295991" y="1890351"/>
          <a:ext cx="968705" cy="7044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700" kern="1200"/>
        </a:p>
      </dsp:txBody>
      <dsp:txXfrm>
        <a:off x="3295991" y="2031247"/>
        <a:ext cx="757361" cy="422688"/>
      </dsp:txXfrm>
    </dsp:sp>
    <dsp:sp modelId="{4E2F5FD2-6274-414D-853B-7328549832F2}">
      <dsp:nvSpPr>
        <dsp:cNvPr id="0" name=""/>
        <dsp:cNvSpPr/>
      </dsp:nvSpPr>
      <dsp:spPr>
        <a:xfrm>
          <a:off x="4666801" y="1738438"/>
          <a:ext cx="2829567" cy="1512457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kern="1200" dirty="0" smtClean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rPr>
            <a:t>AI Features</a:t>
          </a:r>
        </a:p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100" kern="1200" dirty="0"/>
        </a:p>
      </dsp:txBody>
      <dsp:txXfrm>
        <a:off x="4666801" y="1738438"/>
        <a:ext cx="2829567" cy="1008305"/>
      </dsp:txXfrm>
    </dsp:sp>
    <dsp:sp modelId="{69CBFD7A-2EFA-420B-969B-B9AA33B48CE6}">
      <dsp:nvSpPr>
        <dsp:cNvPr id="0" name=""/>
        <dsp:cNvSpPr/>
      </dsp:nvSpPr>
      <dsp:spPr>
        <a:xfrm>
          <a:off x="5083000" y="2746743"/>
          <a:ext cx="3156269" cy="1887637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rPr>
            <a:t>Automated resume filtering and recommendations</a:t>
          </a:r>
          <a:endParaRPr lang="en-IN" sz="2100" kern="1200" dirty="0"/>
        </a:p>
      </dsp:txBody>
      <dsp:txXfrm>
        <a:off x="5138287" y="2802030"/>
        <a:ext cx="3045695" cy="1777063"/>
      </dsp:txXfrm>
    </dsp:sp>
    <dsp:sp modelId="{7B7750C2-9C8A-4C77-9873-BC0C259469BB}">
      <dsp:nvSpPr>
        <dsp:cNvPr id="0" name=""/>
        <dsp:cNvSpPr/>
      </dsp:nvSpPr>
      <dsp:spPr>
        <a:xfrm>
          <a:off x="7966158" y="1890351"/>
          <a:ext cx="995954" cy="7044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700" kern="1200"/>
        </a:p>
      </dsp:txBody>
      <dsp:txXfrm>
        <a:off x="7966158" y="2031247"/>
        <a:ext cx="784610" cy="422688"/>
      </dsp:txXfrm>
    </dsp:sp>
    <dsp:sp modelId="{09E31692-A341-4B67-97A5-C97CCAE5DEFB}">
      <dsp:nvSpPr>
        <dsp:cNvPr id="0" name=""/>
        <dsp:cNvSpPr/>
      </dsp:nvSpPr>
      <dsp:spPr>
        <a:xfrm>
          <a:off x="9375528" y="1738438"/>
          <a:ext cx="2829567" cy="1512457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b="1" kern="1200" dirty="0" smtClean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rPr>
            <a:t>Cloud Deployment</a:t>
          </a:r>
        </a:p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100" kern="1200" dirty="0"/>
        </a:p>
      </dsp:txBody>
      <dsp:txXfrm>
        <a:off x="9375528" y="1738438"/>
        <a:ext cx="2829567" cy="1008305"/>
      </dsp:txXfrm>
    </dsp:sp>
    <dsp:sp modelId="{01D6266F-7648-4DCE-AE49-94E476C98E9A}">
      <dsp:nvSpPr>
        <dsp:cNvPr id="0" name=""/>
        <dsp:cNvSpPr/>
      </dsp:nvSpPr>
      <dsp:spPr>
        <a:xfrm>
          <a:off x="9747586" y="2746743"/>
          <a:ext cx="3244551" cy="1887637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smtClean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rPr>
            <a:t>Improved scalability and performance</a:t>
          </a:r>
          <a:endParaRPr lang="en-IN" sz="2100" kern="1200" dirty="0"/>
        </a:p>
      </dsp:txBody>
      <dsp:txXfrm>
        <a:off x="9802873" y="2802030"/>
        <a:ext cx="3133977" cy="17770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C91AC0-BA6E-475C-BFB7-0DFDFC4C909B}" type="datetimeFigureOut">
              <a:rPr lang="en-IN" smtClean="0"/>
              <a:t>01/04/2026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DD0B0-1B21-4B98-B261-2F01C9EB3E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099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-2-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2-5.svg"/><Relationship Id="rId5" Type="http://schemas.openxmlformats.org/officeDocument/2006/relationships/image" Target="../media/image-2-3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-3-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-3-4.svg"/><Relationship Id="rId5" Type="http://schemas.openxmlformats.org/officeDocument/2006/relationships/image" Target="../media/image-3-2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rcRect b="8663"/>
          <a:stretch/>
        </p:blipFill>
        <p:spPr>
          <a:xfrm>
            <a:off x="6400801" y="0"/>
            <a:ext cx="8229600" cy="8229600"/>
          </a:xfrm>
          <a:prstGeom prst="rect">
            <a:avLst/>
          </a:prstGeom>
        </p:spPr>
      </p:pic>
      <p:sp>
        <p:nvSpPr>
          <p:cNvPr id="6" name="Parallelogram 5"/>
          <p:cNvSpPr/>
          <p:nvPr/>
        </p:nvSpPr>
        <p:spPr>
          <a:xfrm>
            <a:off x="2526224" y="1"/>
            <a:ext cx="5253925" cy="822960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0"/>
          <p:cNvSpPr/>
          <p:nvPr/>
        </p:nvSpPr>
        <p:spPr>
          <a:xfrm>
            <a:off x="406334" y="976390"/>
            <a:ext cx="6273436" cy="200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5400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ea typeface="Inter Bold" pitchFamily="34" charset="-122"/>
                <a:cs typeface="Times New Roman" pitchFamily="18" charset="0"/>
              </a:rPr>
              <a:t>College Placement &amp; Internship System</a:t>
            </a:r>
            <a:endParaRPr lang="en-US" sz="5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06334" y="2964149"/>
            <a:ext cx="6273436" cy="488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400" b="1" dirty="0">
                <a:latin typeface="Times New Roman" pitchFamily="18" charset="0"/>
                <a:ea typeface="Gelasio" pitchFamily="34" charset="-122"/>
                <a:cs typeface="Times New Roman" pitchFamily="18" charset="0"/>
              </a:rPr>
              <a:t>A Web-Based Solution for Campus </a:t>
            </a:r>
            <a:r>
              <a:rPr lang="en-US" sz="2400" b="1" dirty="0" smtClean="0">
                <a:latin typeface="Times New Roman" pitchFamily="18" charset="0"/>
                <a:ea typeface="Gelasio" pitchFamily="34" charset="-122"/>
                <a:cs typeface="Times New Roman" pitchFamily="18" charset="0"/>
              </a:rPr>
              <a:t>Recruitment</a:t>
            </a:r>
            <a:br>
              <a:rPr lang="en-US" sz="2400" b="1" dirty="0" smtClean="0">
                <a:latin typeface="Times New Roman" pitchFamily="18" charset="0"/>
                <a:ea typeface="Gelasio" pitchFamily="34" charset="-122"/>
                <a:cs typeface="Times New Roman" pitchFamily="18" charset="0"/>
              </a:rPr>
            </a:br>
            <a:endParaRPr lang="en-US" sz="2400" b="1" dirty="0" smtClean="0">
              <a:latin typeface="Times New Roman" pitchFamily="18" charset="0"/>
              <a:ea typeface="Gelasio" pitchFamily="34" charset="-122"/>
              <a:cs typeface="Times New Roman" pitchFamily="18" charset="0"/>
            </a:endParaRPr>
          </a:p>
          <a:p>
            <a:pPr marL="0" indent="0">
              <a:lnSpc>
                <a:spcPts val="2850"/>
              </a:lnSpc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hape 1"/>
          <p:cNvSpPr/>
          <p:nvPr/>
        </p:nvSpPr>
        <p:spPr>
          <a:xfrm>
            <a:off x="1019933" y="4696004"/>
            <a:ext cx="4771637" cy="2577108"/>
          </a:xfrm>
          <a:prstGeom prst="round2DiagRect">
            <a:avLst/>
          </a:prstGeom>
          <a:solidFill>
            <a:srgbClr val="EEE8DD"/>
          </a:solidFill>
          <a:ln/>
        </p:spPr>
      </p:sp>
      <p:sp>
        <p:nvSpPr>
          <p:cNvPr id="7" name="TextBox 6"/>
          <p:cNvSpPr txBox="1"/>
          <p:nvPr/>
        </p:nvSpPr>
        <p:spPr>
          <a:xfrm>
            <a:off x="1325104" y="5076617"/>
            <a:ext cx="416129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25203001- Kalyani Gadade</a:t>
            </a:r>
          </a:p>
          <a:p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25203002- Rahul Jadhav</a:t>
            </a:r>
          </a:p>
          <a:p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25203004-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Shrihari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Mane</a:t>
            </a:r>
          </a:p>
          <a:p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25203009-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Vedika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 err="1" smtClean="0">
                <a:latin typeface="Times New Roman" pitchFamily="18" charset="0"/>
                <a:cs typeface="Times New Roman" pitchFamily="18" charset="0"/>
              </a:rPr>
              <a:t>Yadav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4" descr="331,672 Software Engineering Royalty-Free Images, Stock Photos &amp; Pictures |  Shutterstock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090" b="7927"/>
          <a:stretch/>
        </p:blipFill>
        <p:spPr bwMode="auto">
          <a:xfrm>
            <a:off x="-308" y="-7424"/>
            <a:ext cx="8039408" cy="822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Rectangle 49"/>
          <p:cNvSpPr/>
          <p:nvPr/>
        </p:nvSpPr>
        <p:spPr>
          <a:xfrm>
            <a:off x="8989017" y="1"/>
            <a:ext cx="5641384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Shape 1"/>
          <p:cNvSpPr/>
          <p:nvPr/>
        </p:nvSpPr>
        <p:spPr>
          <a:xfrm>
            <a:off x="6343650" y="-7424"/>
            <a:ext cx="6464096" cy="8237023"/>
          </a:xfrm>
          <a:prstGeom prst="parallelogram">
            <a:avLst/>
          </a:prstGeom>
          <a:solidFill>
            <a:schemeClr val="bg1"/>
          </a:solidFill>
          <a:ln/>
        </p:spPr>
      </p:sp>
      <p:sp>
        <p:nvSpPr>
          <p:cNvPr id="61" name="Shape 1"/>
          <p:cNvSpPr/>
          <p:nvPr/>
        </p:nvSpPr>
        <p:spPr>
          <a:xfrm>
            <a:off x="10649439" y="2107285"/>
            <a:ext cx="3714504" cy="2507994"/>
          </a:xfrm>
          <a:prstGeom prst="roundRect">
            <a:avLst>
              <a:gd name="adj" fmla="val 1320"/>
            </a:avLst>
          </a:prstGeom>
          <a:solidFill>
            <a:srgbClr val="EEE8DD"/>
          </a:solidFill>
          <a:ln/>
        </p:spPr>
      </p:sp>
      <p:sp>
        <p:nvSpPr>
          <p:cNvPr id="4" name="Text 1"/>
          <p:cNvSpPr/>
          <p:nvPr/>
        </p:nvSpPr>
        <p:spPr>
          <a:xfrm>
            <a:off x="9623227" y="3306008"/>
            <a:ext cx="4322564" cy="592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550" dirty="0"/>
          </a:p>
        </p:txBody>
      </p:sp>
      <p:sp>
        <p:nvSpPr>
          <p:cNvPr id="2" name="Text 0"/>
          <p:cNvSpPr/>
          <p:nvPr/>
        </p:nvSpPr>
        <p:spPr>
          <a:xfrm>
            <a:off x="8505887" y="641243"/>
            <a:ext cx="4944189" cy="618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5400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ea typeface="Inter Bold" pitchFamily="34" charset="-122"/>
                <a:cs typeface="Times New Roman" pitchFamily="18" charset="0"/>
              </a:rPr>
              <a:t>Abstract</a:t>
            </a:r>
            <a:endParaRPr lang="en-US" sz="5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623227" y="4053364"/>
            <a:ext cx="4322564" cy="195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endParaRPr lang="en-US" sz="1550" dirty="0"/>
          </a:p>
        </p:txBody>
      </p:sp>
      <p:sp>
        <p:nvSpPr>
          <p:cNvPr id="60" name="Shape 1"/>
          <p:cNvSpPr/>
          <p:nvPr/>
        </p:nvSpPr>
        <p:spPr>
          <a:xfrm>
            <a:off x="6553201" y="2107285"/>
            <a:ext cx="3905372" cy="2507994"/>
          </a:xfrm>
          <a:prstGeom prst="roundRect">
            <a:avLst>
              <a:gd name="adj" fmla="val 1320"/>
            </a:avLst>
          </a:prstGeom>
          <a:solidFill>
            <a:srgbClr val="EEE8DD"/>
          </a:solidFill>
          <a:ln/>
        </p:spPr>
      </p:sp>
      <p:grpSp>
        <p:nvGrpSpPr>
          <p:cNvPr id="18" name="Group 17"/>
          <p:cNvGrpSpPr/>
          <p:nvPr/>
        </p:nvGrpSpPr>
        <p:grpSpPr>
          <a:xfrm>
            <a:off x="6815757" y="2418537"/>
            <a:ext cx="7442423" cy="2401435"/>
            <a:chOff x="6748501" y="1972388"/>
            <a:chExt cx="7651024" cy="2284924"/>
          </a:xfrm>
        </p:grpSpPr>
        <p:grpSp>
          <p:nvGrpSpPr>
            <p:cNvPr id="19" name="Group 18"/>
            <p:cNvGrpSpPr/>
            <p:nvPr/>
          </p:nvGrpSpPr>
          <p:grpSpPr>
            <a:xfrm>
              <a:off x="6748501" y="1986442"/>
              <a:ext cx="3657999" cy="2270870"/>
              <a:chOff x="6748501" y="1986442"/>
              <a:chExt cx="3657999" cy="2270870"/>
            </a:xfrm>
          </p:grpSpPr>
          <p:sp>
            <p:nvSpPr>
              <p:cNvPr id="26" name="Shape 2"/>
              <p:cNvSpPr/>
              <p:nvPr/>
            </p:nvSpPr>
            <p:spPr>
              <a:xfrm>
                <a:off x="6748501" y="1986442"/>
                <a:ext cx="680442" cy="680442"/>
              </a:xfrm>
              <a:prstGeom prst="roundRect">
                <a:avLst>
                  <a:gd name="adj" fmla="val 13436980"/>
                </a:avLst>
              </a:prstGeom>
              <a:solidFill>
                <a:schemeClr val="bg2">
                  <a:lumMod val="75000"/>
                </a:schemeClr>
              </a:solidFill>
              <a:ln/>
            </p:spPr>
          </p:sp>
          <p:pic>
            <p:nvPicPr>
              <p:cNvPr id="27" name="Image 1" descr="preencoded.png"/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p:blipFill>
            <p:spPr>
              <a:xfrm>
                <a:off x="6923252" y="2173605"/>
                <a:ext cx="306110" cy="306110"/>
              </a:xfrm>
              <a:prstGeom prst="rect">
                <a:avLst/>
              </a:prstGeom>
            </p:spPr>
          </p:pic>
          <p:sp>
            <p:nvSpPr>
              <p:cNvPr id="28" name="Text 3"/>
              <p:cNvSpPr/>
              <p:nvPr/>
            </p:nvSpPr>
            <p:spPr>
              <a:xfrm>
                <a:off x="7570906" y="2110421"/>
                <a:ext cx="2835594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750"/>
                  </a:lnSpc>
                </a:pPr>
                <a:r>
                  <a:rPr lang="en-US" sz="2100" b="1" dirty="0">
                    <a:solidFill>
                      <a:srgbClr val="272525"/>
                    </a:solidFill>
                    <a:latin typeface="Inter Bold" pitchFamily="34" charset="0"/>
                    <a:ea typeface="Inter Bold" pitchFamily="34" charset="-122"/>
                    <a:cs typeface="Inter Bold" pitchFamily="34" charset="-120"/>
                  </a:rPr>
                  <a:t>Centralized Platform</a:t>
                </a:r>
                <a:endParaRPr lang="en-US" sz="2100" dirty="0"/>
              </a:p>
            </p:txBody>
          </p:sp>
          <p:sp>
            <p:nvSpPr>
              <p:cNvPr id="29" name="Text 4"/>
              <p:cNvSpPr/>
              <p:nvPr/>
            </p:nvSpPr>
            <p:spPr>
              <a:xfrm>
                <a:off x="6923252" y="2805702"/>
                <a:ext cx="3195877" cy="14516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2850"/>
                  </a:lnSpc>
                </a:pPr>
                <a:r>
                  <a:rPr lang="en-US" sz="1700" dirty="0">
                    <a:solidFill>
                      <a:srgbClr val="272525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Connects students, companies, and administrators in one integrated system</a:t>
                </a:r>
                <a:endParaRPr lang="en-US" sz="1700" dirty="0"/>
              </a:p>
            </p:txBody>
          </p:sp>
        </p:grpSp>
        <p:sp>
          <p:nvSpPr>
            <p:cNvPr id="21" name="Shape 6"/>
            <p:cNvSpPr/>
            <p:nvPr/>
          </p:nvSpPr>
          <p:spPr>
            <a:xfrm>
              <a:off x="10957978" y="1972388"/>
              <a:ext cx="680442" cy="680442"/>
            </a:xfrm>
            <a:prstGeom prst="roundRect">
              <a:avLst>
                <a:gd name="adj" fmla="val 13436980"/>
              </a:avLst>
            </a:prstGeom>
            <a:solidFill>
              <a:schemeClr val="bg2">
                <a:lumMod val="75000"/>
              </a:schemeClr>
            </a:solidFill>
            <a:ln/>
          </p:spPr>
        </p:sp>
        <p:pic>
          <p:nvPicPr>
            <p:cNvPr id="22" name="Image 2" descr="preencoded.png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1145143" y="2165321"/>
              <a:ext cx="306110" cy="306111"/>
            </a:xfrm>
            <a:prstGeom prst="rect">
              <a:avLst/>
            </a:prstGeom>
          </p:spPr>
        </p:pic>
        <p:sp>
          <p:nvSpPr>
            <p:cNvPr id="23" name="Text 7"/>
            <p:cNvSpPr/>
            <p:nvPr/>
          </p:nvSpPr>
          <p:spPr>
            <a:xfrm>
              <a:off x="11798723" y="2134528"/>
              <a:ext cx="2600802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750"/>
                </a:lnSpc>
              </a:pPr>
              <a:r>
                <a:rPr lang="en-US" sz="2100" b="1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Automated Process</a:t>
              </a:r>
              <a:endParaRPr lang="en-US" sz="2100" dirty="0"/>
            </a:p>
          </p:txBody>
        </p:sp>
        <p:sp>
          <p:nvSpPr>
            <p:cNvPr id="24" name="Text 8"/>
            <p:cNvSpPr/>
            <p:nvPr/>
          </p:nvSpPr>
          <p:spPr>
            <a:xfrm>
              <a:off x="11042770" y="2849985"/>
              <a:ext cx="3195996" cy="7258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850"/>
                </a:lnSpc>
              </a:pPr>
              <a:r>
                <a:rPr lang="en-US" sz="17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Eliminates manual record-keeping and reduces errors</a:t>
              </a:r>
              <a:endParaRPr lang="en-US" sz="1700" dirty="0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7085051" y="5131844"/>
            <a:ext cx="7278892" cy="2229851"/>
            <a:chOff x="6553201" y="5131844"/>
            <a:chExt cx="7810742" cy="2229851"/>
          </a:xfrm>
        </p:grpSpPr>
        <p:sp>
          <p:nvSpPr>
            <p:cNvPr id="62" name="Shape 1"/>
            <p:cNvSpPr/>
            <p:nvPr/>
          </p:nvSpPr>
          <p:spPr>
            <a:xfrm>
              <a:off x="6553201" y="5131844"/>
              <a:ext cx="7810742" cy="2229851"/>
            </a:xfrm>
            <a:prstGeom prst="roundRect">
              <a:avLst>
                <a:gd name="adj" fmla="val 1320"/>
              </a:avLst>
            </a:prstGeom>
            <a:solidFill>
              <a:srgbClr val="EEE8DD"/>
            </a:solidFill>
            <a:ln/>
          </p:spPr>
        </p:sp>
        <p:grpSp>
          <p:nvGrpSpPr>
            <p:cNvPr id="42" name="Group 41"/>
            <p:cNvGrpSpPr/>
            <p:nvPr/>
          </p:nvGrpSpPr>
          <p:grpSpPr>
            <a:xfrm>
              <a:off x="7085051" y="5513143"/>
              <a:ext cx="6932190" cy="1270158"/>
              <a:chOff x="6977123" y="5531409"/>
              <a:chExt cx="7087554" cy="1270158"/>
            </a:xfrm>
          </p:grpSpPr>
          <p:sp>
            <p:nvSpPr>
              <p:cNvPr id="44" name="Shape 10"/>
              <p:cNvSpPr/>
              <p:nvPr/>
            </p:nvSpPr>
            <p:spPr>
              <a:xfrm>
                <a:off x="6977123" y="5531409"/>
                <a:ext cx="680442" cy="680442"/>
              </a:xfrm>
              <a:prstGeom prst="roundRect">
                <a:avLst>
                  <a:gd name="adj" fmla="val 13436980"/>
                </a:avLst>
              </a:prstGeom>
              <a:solidFill>
                <a:schemeClr val="bg2">
                  <a:lumMod val="75000"/>
                </a:schemeClr>
              </a:solidFill>
              <a:ln/>
            </p:spPr>
          </p:sp>
          <p:pic>
            <p:nvPicPr>
              <p:cNvPr id="45" name="Image 3" descr="preencoded.png"/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7164292" y="5718453"/>
                <a:ext cx="306110" cy="306110"/>
              </a:xfrm>
              <a:prstGeom prst="rect">
                <a:avLst/>
              </a:prstGeom>
            </p:spPr>
          </p:pic>
          <p:sp>
            <p:nvSpPr>
              <p:cNvPr id="46" name="Text 11"/>
              <p:cNvSpPr/>
              <p:nvPr/>
            </p:nvSpPr>
            <p:spPr>
              <a:xfrm>
                <a:off x="7786161" y="5725283"/>
                <a:ext cx="2835235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750"/>
                  </a:lnSpc>
                </a:pPr>
                <a:r>
                  <a:rPr lang="en-US" sz="2100" b="1" dirty="0">
                    <a:solidFill>
                      <a:srgbClr val="272525"/>
                    </a:solidFill>
                    <a:latin typeface="Inter Bold" pitchFamily="34" charset="0"/>
                    <a:ea typeface="Inter Bold" pitchFamily="34" charset="-122"/>
                    <a:cs typeface="Inter Bold" pitchFamily="34" charset="-120"/>
                  </a:rPr>
                  <a:t>Real-Time Updates</a:t>
                </a:r>
                <a:endParaRPr lang="en-US" sz="2100" dirty="0"/>
              </a:p>
            </p:txBody>
          </p:sp>
          <p:sp>
            <p:nvSpPr>
              <p:cNvPr id="47" name="Text 12"/>
              <p:cNvSpPr/>
              <p:nvPr/>
            </p:nvSpPr>
            <p:spPr>
              <a:xfrm>
                <a:off x="6977123" y="6438664"/>
                <a:ext cx="7087554" cy="36290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850"/>
                  </a:lnSpc>
                </a:pPr>
                <a:r>
                  <a:rPr lang="en-US" sz="1700" dirty="0">
                    <a:solidFill>
                      <a:srgbClr val="272525"/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Instant notifications and job postings for all stakeholders</a:t>
                </a:r>
                <a:endParaRPr lang="en-US" sz="1700" dirty="0"/>
              </a:p>
            </p:txBody>
          </p:sp>
        </p:grpSp>
      </p:grpSp>
      <p:sp>
        <p:nvSpPr>
          <p:cNvPr id="51" name="AutoShape 2" descr="Is Dassault's real-time spatial computing the next big auto leap? |  Wards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" name="AutoShape 4" descr="Is Dassault's real-time spatial computing the next big auto leap? |  WardsAut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" name="AutoShape 6" descr="Is Dassault's real-time spatial computing the next big auto leap? |  WardsAuto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" name="AutoShape 8" descr="Is Dassault's real-time spatial computing the next big auto leap? |  WardsAuto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5" t="3800" b="8439"/>
          <a:stretch/>
        </p:blipFill>
        <p:spPr>
          <a:xfrm>
            <a:off x="6558563" y="7937"/>
            <a:ext cx="8071838" cy="8229601"/>
          </a:xfrm>
          <a:prstGeom prst="rect">
            <a:avLst/>
          </a:prstGeom>
        </p:spPr>
      </p:pic>
      <p:sp>
        <p:nvSpPr>
          <p:cNvPr id="24" name="Parallelogram 23"/>
          <p:cNvSpPr/>
          <p:nvPr/>
        </p:nvSpPr>
        <p:spPr>
          <a:xfrm>
            <a:off x="2933700" y="7936"/>
            <a:ext cx="5086350" cy="8221663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362232" y="541338"/>
            <a:ext cx="60195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00" b="1" dirty="0" smtClean="0">
                <a:solidFill>
                  <a:srgbClr val="002060"/>
                </a:solidFill>
                <a:latin typeface="Times New Roman" pitchFamily="18" charset="0"/>
                <a:ea typeface="Gelasio Semi Bold" pitchFamily="34" charset="-122"/>
                <a:cs typeface="Times New Roman" pitchFamily="18" charset="0"/>
              </a:rPr>
              <a:t>Introduction</a:t>
            </a:r>
            <a:endParaRPr lang="en-US" sz="4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307975" y="1651139"/>
            <a:ext cx="3906581" cy="2979569"/>
            <a:chOff x="793790" y="3407450"/>
            <a:chExt cx="4196358" cy="2310217"/>
          </a:xfrm>
        </p:grpSpPr>
        <p:sp>
          <p:nvSpPr>
            <p:cNvPr id="3" name="Shape 1"/>
            <p:cNvSpPr/>
            <p:nvPr/>
          </p:nvSpPr>
          <p:spPr>
            <a:xfrm>
              <a:off x="793790" y="3407450"/>
              <a:ext cx="4196358" cy="2310217"/>
            </a:xfrm>
            <a:prstGeom prst="rect">
              <a:avLst/>
            </a:prstGeom>
            <a:solidFill>
              <a:srgbClr val="EEE8DD"/>
            </a:solidFill>
            <a:ln/>
          </p:spPr>
        </p:sp>
        <p:sp>
          <p:nvSpPr>
            <p:cNvPr id="4" name="Shape 2"/>
            <p:cNvSpPr/>
            <p:nvPr/>
          </p:nvSpPr>
          <p:spPr>
            <a:xfrm>
              <a:off x="1020604" y="3634264"/>
              <a:ext cx="680442" cy="680442"/>
            </a:xfrm>
            <a:prstGeom prst="rect">
              <a:avLst/>
            </a:prstGeom>
            <a:solidFill>
              <a:srgbClr val="D3C5B6"/>
            </a:solidFill>
            <a:ln/>
          </p:spPr>
        </p:sp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1207770" y="3821311"/>
              <a:ext cx="306110" cy="306110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1919948" y="3797200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750"/>
                </a:lnSpc>
              </a:pPr>
              <a:r>
                <a:rPr lang="en-US" sz="2400" b="1" dirty="0" smtClean="0"/>
                <a:t>Traditional System</a:t>
              </a:r>
            </a:p>
            <a:p>
              <a:pPr marL="0" indent="0" algn="l">
                <a:lnSpc>
                  <a:spcPts val="2750"/>
                </a:lnSpc>
                <a:buNone/>
              </a:pPr>
              <a:endParaRPr 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Text 4"/>
            <p:cNvSpPr/>
            <p:nvPr/>
          </p:nvSpPr>
          <p:spPr>
            <a:xfrm>
              <a:off x="1057024" y="4588276"/>
              <a:ext cx="3444488" cy="9373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02053" y="4968433"/>
            <a:ext cx="7625007" cy="2857499"/>
            <a:chOff x="5117749" y="4610099"/>
            <a:chExt cx="4331697" cy="2857499"/>
          </a:xfrm>
        </p:grpSpPr>
        <p:sp>
          <p:nvSpPr>
            <p:cNvPr id="8" name="Shape 5"/>
            <p:cNvSpPr/>
            <p:nvPr/>
          </p:nvSpPr>
          <p:spPr>
            <a:xfrm>
              <a:off x="5117749" y="4610099"/>
              <a:ext cx="4331697" cy="2857499"/>
            </a:xfrm>
            <a:prstGeom prst="rect">
              <a:avLst/>
            </a:prstGeom>
            <a:solidFill>
              <a:srgbClr val="EEE8DD"/>
            </a:solidFill>
            <a:ln/>
          </p:spPr>
        </p:sp>
        <p:sp>
          <p:nvSpPr>
            <p:cNvPr id="9" name="Shape 6"/>
            <p:cNvSpPr/>
            <p:nvPr/>
          </p:nvSpPr>
          <p:spPr>
            <a:xfrm>
              <a:off x="5351878" y="4890644"/>
              <a:ext cx="702387" cy="841636"/>
            </a:xfrm>
            <a:prstGeom prst="rect">
              <a:avLst/>
            </a:prstGeom>
            <a:solidFill>
              <a:srgbClr val="D3C5B6"/>
            </a:solidFill>
            <a:ln/>
          </p:spPr>
        </p:sp>
        <p:pic>
          <p:nvPicPr>
            <p:cNvPr id="10" name="Image 1" descr="preencoded.png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5545081" y="5122002"/>
              <a:ext cx="315983" cy="378626"/>
            </a:xfrm>
            <a:prstGeom prst="rect">
              <a:avLst/>
            </a:prstGeom>
          </p:spPr>
        </p:pic>
        <p:sp>
          <p:nvSpPr>
            <p:cNvPr id="11" name="Text 7"/>
            <p:cNvSpPr/>
            <p:nvPr/>
          </p:nvSpPr>
          <p:spPr>
            <a:xfrm>
              <a:off x="6288641" y="5074435"/>
              <a:ext cx="2926676" cy="4382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Text 8"/>
            <p:cNvSpPr/>
            <p:nvPr/>
          </p:nvSpPr>
          <p:spPr>
            <a:xfrm>
              <a:off x="5383480" y="6217723"/>
              <a:ext cx="3863439" cy="8977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459908" y="1651138"/>
            <a:ext cx="4214673" cy="2979570"/>
            <a:chOff x="9683575" y="4610099"/>
            <a:chExt cx="4331697" cy="2857499"/>
          </a:xfrm>
        </p:grpSpPr>
        <p:sp>
          <p:nvSpPr>
            <p:cNvPr id="13" name="Shape 9"/>
            <p:cNvSpPr/>
            <p:nvPr/>
          </p:nvSpPr>
          <p:spPr>
            <a:xfrm>
              <a:off x="9683575" y="4610099"/>
              <a:ext cx="4331697" cy="2857499"/>
            </a:xfrm>
            <a:prstGeom prst="rect">
              <a:avLst/>
            </a:prstGeom>
            <a:solidFill>
              <a:srgbClr val="EEE8DD"/>
            </a:solidFill>
            <a:ln/>
          </p:spPr>
        </p:sp>
        <p:sp>
          <p:nvSpPr>
            <p:cNvPr id="14" name="Shape 10"/>
            <p:cNvSpPr/>
            <p:nvPr/>
          </p:nvSpPr>
          <p:spPr>
            <a:xfrm>
              <a:off x="9917705" y="4890644"/>
              <a:ext cx="702387" cy="841636"/>
            </a:xfrm>
            <a:prstGeom prst="roundRect">
              <a:avLst/>
            </a:prstGeom>
            <a:solidFill>
              <a:srgbClr val="D3C5B6"/>
            </a:solidFill>
            <a:ln/>
          </p:spPr>
        </p:sp>
        <p:pic>
          <p:nvPicPr>
            <p:cNvPr id="15" name="Image 2" descr="preencoded.png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10110907" y="5122002"/>
              <a:ext cx="315983" cy="378626"/>
            </a:xfrm>
            <a:prstGeom prst="roundRect">
              <a:avLst/>
            </a:prstGeom>
          </p:spPr>
        </p:pic>
        <p:sp>
          <p:nvSpPr>
            <p:cNvPr id="16" name="Text 11"/>
            <p:cNvSpPr/>
            <p:nvPr/>
          </p:nvSpPr>
          <p:spPr>
            <a:xfrm>
              <a:off x="10854468" y="5122002"/>
              <a:ext cx="2926676" cy="438269"/>
            </a:xfrm>
            <a:prstGeom prst="round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Text 12"/>
            <p:cNvSpPr/>
            <p:nvPr/>
          </p:nvSpPr>
          <p:spPr>
            <a:xfrm>
              <a:off x="9917704" y="6038849"/>
              <a:ext cx="4097568" cy="1076620"/>
            </a:xfrm>
            <a:prstGeom prst="round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8" name="AutoShape 2" descr="Is Dassault's real-time spatial computing the next big auto leap? |  Wards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" name="Rectangle 26"/>
          <p:cNvSpPr/>
          <p:nvPr/>
        </p:nvSpPr>
        <p:spPr>
          <a:xfrm>
            <a:off x="575065" y="3174092"/>
            <a:ext cx="355620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Manual process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Time-consuming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Paper-based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694417" y="2143300"/>
            <a:ext cx="21302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No Integration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651153" y="3195437"/>
            <a:ext cx="337590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 smtClean="0"/>
              <a:t>No unified platform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 smtClean="0"/>
              <a:t>Poor communication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 smtClean="0"/>
              <a:t>Disconnected users 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2553575" y="5313680"/>
            <a:ext cx="16834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Data Issues</a:t>
            </a: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" name="Rectangle 2047"/>
          <p:cNvSpPr/>
          <p:nvPr/>
        </p:nvSpPr>
        <p:spPr>
          <a:xfrm>
            <a:off x="802308" y="6397182"/>
            <a:ext cx="575625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Hard to manage records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Difficult tracking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Error-prone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325101" y="0"/>
            <a:ext cx="43053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Parallelogram 22"/>
          <p:cNvSpPr/>
          <p:nvPr/>
        </p:nvSpPr>
        <p:spPr>
          <a:xfrm>
            <a:off x="6362700" y="0"/>
            <a:ext cx="6346270" cy="822960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793789" y="1331654"/>
            <a:ext cx="130427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6600" b="1" dirty="0">
                <a:solidFill>
                  <a:srgbClr val="002060"/>
                </a:solidFill>
                <a:latin typeface="Times New Roman" pitchFamily="18" charset="0"/>
                <a:ea typeface="Gelasio Semi Bold" pitchFamily="34" charset="-122"/>
                <a:cs typeface="Times New Roman" pitchFamily="18" charset="0"/>
              </a:rPr>
              <a:t>Project Objectives</a:t>
            </a:r>
            <a:endParaRPr lang="en-US" sz="66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latin typeface="Times New Roman" pitchFamily="18" charset="0"/>
                <a:ea typeface="Gelasio Light" pitchFamily="34" charset="-122"/>
                <a:cs typeface="Times New Roman" pitchFamily="18" charset="0"/>
              </a:rPr>
              <a:t>01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9089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latin typeface="Times New Roman" pitchFamily="18" charset="0"/>
                <a:ea typeface="Gelasio Semi Bold" pitchFamily="34" charset="-122"/>
                <a:cs typeface="Times New Roman" pitchFamily="18" charset="0"/>
              </a:rPr>
              <a:t>Automate Placement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latin typeface="Times New Roman" pitchFamily="18" charset="0"/>
                <a:ea typeface="Gelasio" pitchFamily="34" charset="-122"/>
                <a:cs typeface="Times New Roman" pitchFamily="18" charset="0"/>
              </a:rPr>
              <a:t>Streamline the entire recruitment workflow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latin typeface="Times New Roman" pitchFamily="18" charset="0"/>
                <a:ea typeface="Gelasio Light" pitchFamily="34" charset="-122"/>
                <a:cs typeface="Times New Roman" pitchFamily="18" charset="0"/>
              </a:rPr>
              <a:t>02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latin typeface="Times New Roman" pitchFamily="18" charset="0"/>
                <a:ea typeface="Gelasio Semi Bold" pitchFamily="34" charset="-122"/>
                <a:cs typeface="Times New Roman" pitchFamily="18" charset="0"/>
              </a:rPr>
              <a:t>Centralize Records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latin typeface="Times New Roman" pitchFamily="18" charset="0"/>
                <a:ea typeface="Gelasio" pitchFamily="34" charset="-122"/>
                <a:cs typeface="Times New Roman" pitchFamily="18" charset="0"/>
              </a:rPr>
              <a:t>Maintain comprehensive student database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latin typeface="Times New Roman" pitchFamily="18" charset="0"/>
                <a:ea typeface="Gelasio Light" pitchFamily="34" charset="-122"/>
                <a:cs typeface="Times New Roman" pitchFamily="18" charset="0"/>
              </a:rPr>
              <a:t>03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latin typeface="Times New Roman" pitchFamily="18" charset="0"/>
                <a:ea typeface="Gelasio Semi Bold" pitchFamily="34" charset="-122"/>
                <a:cs typeface="Times New Roman" pitchFamily="18" charset="0"/>
              </a:rPr>
              <a:t>Easy Access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latin typeface="Times New Roman" pitchFamily="18" charset="0"/>
                <a:ea typeface="Gelasio" pitchFamily="34" charset="-122"/>
                <a:cs typeface="Times New Roman" pitchFamily="18" charset="0"/>
              </a:rPr>
              <a:t>Provide seamless job opportunity discovery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latin typeface="Times New Roman" pitchFamily="18" charset="0"/>
                <a:ea typeface="Gelasio Light" pitchFamily="34" charset="-122"/>
                <a:cs typeface="Times New Roman" pitchFamily="18" charset="0"/>
              </a:rPr>
              <a:t>04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latin typeface="Times New Roman" pitchFamily="18" charset="0"/>
                <a:ea typeface="Gelasio Semi Bold" pitchFamily="34" charset="-122"/>
                <a:cs typeface="Times New Roman" pitchFamily="18" charset="0"/>
              </a:rPr>
              <a:t>Reduce Errors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latin typeface="Times New Roman" pitchFamily="18" charset="0"/>
                <a:ea typeface="Gelasio" pitchFamily="34" charset="-122"/>
                <a:cs typeface="Times New Roman" pitchFamily="18" charset="0"/>
              </a:rPr>
              <a:t>Eliminate paperwork and human mistakes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latin typeface="Times New Roman" pitchFamily="18" charset="0"/>
                <a:ea typeface="Gelasio Light" pitchFamily="34" charset="-122"/>
                <a:cs typeface="Times New Roman" pitchFamily="18" charset="0"/>
              </a:rPr>
              <a:t>05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5386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latin typeface="Times New Roman" pitchFamily="18" charset="0"/>
                <a:ea typeface="Gelasio Semi Bold" pitchFamily="34" charset="-122"/>
                <a:cs typeface="Times New Roman" pitchFamily="18" charset="0"/>
              </a:rPr>
              <a:t>Enhance Communication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latin typeface="Times New Roman" pitchFamily="18" charset="0"/>
                <a:ea typeface="Gelasio" pitchFamily="34" charset="-122"/>
                <a:cs typeface="Times New Roman" pitchFamily="18" charset="0"/>
              </a:rPr>
              <a:t>Connect students and recruiters effectively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rallelogram 2"/>
          <p:cNvSpPr/>
          <p:nvPr/>
        </p:nvSpPr>
        <p:spPr>
          <a:xfrm>
            <a:off x="6172200" y="0"/>
            <a:ext cx="5276850" cy="822960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3067050" y="804565"/>
            <a:ext cx="7200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Scope of project</a:t>
            </a:r>
            <a:endParaRPr lang="en-IN" sz="5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588370517"/>
              </p:ext>
            </p:extLst>
          </p:nvPr>
        </p:nvGraphicFramePr>
        <p:xfrm>
          <a:off x="814387" y="1266230"/>
          <a:ext cx="13001625" cy="6372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341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27" r="13665" b="17187"/>
          <a:stretch/>
        </p:blipFill>
        <p:spPr bwMode="auto">
          <a:xfrm>
            <a:off x="5124451" y="0"/>
            <a:ext cx="9505950" cy="822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0" y="0"/>
            <a:ext cx="325755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Parallelogram 12"/>
          <p:cNvSpPr/>
          <p:nvPr/>
        </p:nvSpPr>
        <p:spPr>
          <a:xfrm>
            <a:off x="1600200" y="0"/>
            <a:ext cx="5276850" cy="822960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" name="Group 20"/>
          <p:cNvGrpSpPr/>
          <p:nvPr/>
        </p:nvGrpSpPr>
        <p:grpSpPr>
          <a:xfrm>
            <a:off x="601500" y="2553295"/>
            <a:ext cx="4385722" cy="5260894"/>
            <a:chOff x="793790" y="3407450"/>
            <a:chExt cx="4196358" cy="2310217"/>
          </a:xfrm>
        </p:grpSpPr>
        <p:sp>
          <p:nvSpPr>
            <p:cNvPr id="22" name="Shape 1"/>
            <p:cNvSpPr/>
            <p:nvPr/>
          </p:nvSpPr>
          <p:spPr>
            <a:xfrm>
              <a:off x="793790" y="3407450"/>
              <a:ext cx="4196358" cy="2310217"/>
            </a:xfrm>
            <a:prstGeom prst="rect">
              <a:avLst/>
            </a:prstGeom>
            <a:solidFill>
              <a:srgbClr val="EEE8DD"/>
            </a:solidFill>
            <a:ln/>
          </p:spPr>
        </p:sp>
        <p:sp>
          <p:nvSpPr>
            <p:cNvPr id="25" name="Text 3"/>
            <p:cNvSpPr/>
            <p:nvPr/>
          </p:nvSpPr>
          <p:spPr>
            <a:xfrm>
              <a:off x="1919948" y="3797200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endParaRPr 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Text 4"/>
            <p:cNvSpPr/>
            <p:nvPr/>
          </p:nvSpPr>
          <p:spPr>
            <a:xfrm>
              <a:off x="1057024" y="4588276"/>
              <a:ext cx="3444488" cy="9373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Text 0"/>
          <p:cNvSpPr/>
          <p:nvPr/>
        </p:nvSpPr>
        <p:spPr>
          <a:xfrm>
            <a:off x="419099" y="676572"/>
            <a:ext cx="6273821" cy="1647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400" b="1" dirty="0" smtClean="0">
                <a:solidFill>
                  <a:srgbClr val="002060"/>
                </a:solidFill>
                <a:latin typeface="Times New Roman" pitchFamily="18" charset="0"/>
                <a:ea typeface="Gelasio Semi Bold" pitchFamily="34" charset="-122"/>
                <a:cs typeface="Times New Roman" pitchFamily="18" charset="0"/>
              </a:rPr>
              <a:t>Hardware-Software 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US" sz="5400" b="1" dirty="0" smtClean="0">
                <a:solidFill>
                  <a:srgbClr val="002060"/>
                </a:solidFill>
                <a:latin typeface="Times New Roman" pitchFamily="18" charset="0"/>
                <a:ea typeface="Gelasio Semi Bold" pitchFamily="34" charset="-122"/>
                <a:cs typeface="Times New Roman" pitchFamily="18" charset="0"/>
              </a:rPr>
              <a:t>Used</a:t>
            </a:r>
            <a:endParaRPr lang="en-US" sz="5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793791" y="3111222"/>
            <a:ext cx="3911560" cy="4473773"/>
            <a:chOff x="793790" y="3111222"/>
            <a:chExt cx="6244709" cy="4473773"/>
          </a:xfrm>
        </p:grpSpPr>
        <p:sp>
          <p:nvSpPr>
            <p:cNvPr id="3" name="Text 1"/>
            <p:cNvSpPr/>
            <p:nvPr/>
          </p:nvSpPr>
          <p:spPr>
            <a:xfrm>
              <a:off x="793790" y="3205400"/>
              <a:ext cx="6244709" cy="43795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571500" indent="-571500" algn="l">
                <a:lnSpc>
                  <a:spcPts val="3300"/>
                </a:lnSpc>
                <a:buFont typeface="Wingdings" pitchFamily="2" charset="2"/>
                <a:buChar char="q"/>
              </a:pPr>
              <a:r>
                <a:rPr lang="en-US" sz="4800" dirty="0" smtClean="0">
                  <a:latin typeface="Times New Roman" pitchFamily="18" charset="0"/>
                  <a:ea typeface="Gelasio Semi Bold" pitchFamily="34" charset="-122"/>
                  <a:cs typeface="Times New Roman" pitchFamily="18" charset="0"/>
                </a:rPr>
                <a:t>Frontend</a:t>
              </a:r>
            </a:p>
            <a:p>
              <a:pPr marL="571500" indent="-571500" algn="l">
                <a:lnSpc>
                  <a:spcPts val="3300"/>
                </a:lnSpc>
                <a:buFont typeface="Wingdings" pitchFamily="2" charset="2"/>
                <a:buChar char="q"/>
              </a:pPr>
              <a:endParaRPr lang="en-US" sz="4800" dirty="0" smtClean="0">
                <a:latin typeface="Times New Roman" pitchFamily="18" charset="0"/>
                <a:ea typeface="Gelasio Semi Bold" pitchFamily="34" charset="-122"/>
                <a:cs typeface="Times New Roman" pitchFamily="18" charset="0"/>
              </a:endParaRPr>
            </a:p>
            <a:p>
              <a:pPr marL="571500" indent="-571500" algn="l">
                <a:lnSpc>
                  <a:spcPts val="3300"/>
                </a:lnSpc>
                <a:buFont typeface="Wingdings" pitchFamily="2" charset="2"/>
                <a:buChar char="q"/>
              </a:pPr>
              <a:r>
                <a:rPr lang="en-US" sz="4800" dirty="0" smtClean="0">
                  <a:latin typeface="Times New Roman" pitchFamily="18" charset="0"/>
                  <a:ea typeface="Gelasio Semi Bold" pitchFamily="34" charset="-122"/>
                  <a:cs typeface="Times New Roman" pitchFamily="18" charset="0"/>
                </a:rPr>
                <a:t>Backend</a:t>
              </a:r>
            </a:p>
            <a:p>
              <a:pPr marL="571500" indent="-571500" algn="l">
                <a:lnSpc>
                  <a:spcPts val="3300"/>
                </a:lnSpc>
                <a:buFont typeface="Wingdings" pitchFamily="2" charset="2"/>
                <a:buChar char="q"/>
              </a:pPr>
              <a:endParaRPr lang="en-US" sz="4800" dirty="0">
                <a:latin typeface="Times New Roman" pitchFamily="18" charset="0"/>
                <a:cs typeface="Times New Roman" pitchFamily="18" charset="0"/>
              </a:endParaRPr>
            </a:p>
            <a:p>
              <a:pPr marL="571500" indent="-571500" algn="l">
                <a:lnSpc>
                  <a:spcPts val="3300"/>
                </a:lnSpc>
                <a:buFont typeface="Wingdings" pitchFamily="2" charset="2"/>
                <a:buChar char="q"/>
              </a:pPr>
              <a:r>
                <a:rPr lang="en-US" sz="4800" dirty="0" smtClean="0">
                  <a:latin typeface="Times New Roman" pitchFamily="18" charset="0"/>
                  <a:ea typeface="Gelasio Semi Bold" pitchFamily="34" charset="-122"/>
                  <a:cs typeface="Times New Roman" pitchFamily="18" charset="0"/>
                </a:rPr>
                <a:t>Tools</a:t>
              </a:r>
            </a:p>
            <a:p>
              <a:pPr marL="571500" indent="-571500" algn="l">
                <a:lnSpc>
                  <a:spcPts val="3300"/>
                </a:lnSpc>
                <a:buFont typeface="Wingdings" pitchFamily="2" charset="2"/>
                <a:buChar char="q"/>
              </a:pPr>
              <a:endParaRPr lang="en-US" sz="4800" dirty="0">
                <a:latin typeface="Times New Roman" pitchFamily="18" charset="0"/>
                <a:cs typeface="Times New Roman" pitchFamily="18" charset="0"/>
              </a:endParaRPr>
            </a:p>
            <a:p>
              <a:pPr marL="571500" indent="-571500" algn="l">
                <a:lnSpc>
                  <a:spcPts val="3300"/>
                </a:lnSpc>
                <a:buFont typeface="Wingdings" pitchFamily="2" charset="2"/>
                <a:buChar char="q"/>
              </a:pPr>
              <a:r>
                <a:rPr lang="en-US" sz="4800" dirty="0" smtClean="0">
                  <a:latin typeface="Times New Roman" pitchFamily="18" charset="0"/>
                  <a:ea typeface="Gelasio Semi Bold" pitchFamily="34" charset="-122"/>
                  <a:cs typeface="Times New Roman" pitchFamily="18" charset="0"/>
                </a:rPr>
                <a:t>Hardware</a:t>
              </a:r>
            </a:p>
            <a:p>
              <a:pPr marL="571500" indent="-571500" algn="l">
                <a:lnSpc>
                  <a:spcPts val="3300"/>
                </a:lnSpc>
                <a:buFont typeface="Wingdings" pitchFamily="2" charset="2"/>
                <a:buChar char="q"/>
              </a:pPr>
              <a:endParaRPr lang="en-US" sz="4800" dirty="0" smtClean="0">
                <a:latin typeface="Times New Roman" pitchFamily="18" charset="0"/>
                <a:ea typeface="Gelasio Semi Bold" pitchFamily="34" charset="-122"/>
                <a:cs typeface="Times New Roman" pitchFamily="18" charset="0"/>
              </a:endParaRPr>
            </a:p>
            <a:p>
              <a:pPr marL="571500" indent="-571500" algn="l">
                <a:lnSpc>
                  <a:spcPts val="3300"/>
                </a:lnSpc>
                <a:buFont typeface="Wingdings" pitchFamily="2" charset="2"/>
                <a:buChar char="q"/>
              </a:pPr>
              <a:r>
                <a:rPr lang="en-US" sz="4800" dirty="0" smtClean="0">
                  <a:latin typeface="Times New Roman" pitchFamily="18" charset="0"/>
                  <a:ea typeface="Gelasio Semi Bold" pitchFamily="34" charset="-122"/>
                  <a:cs typeface="Times New Roman" pitchFamily="18" charset="0"/>
                </a:rPr>
                <a:t>Database</a:t>
              </a:r>
              <a:endParaRPr lang="en-US" sz="4800" dirty="0" smtClean="0">
                <a:latin typeface="Times New Roman" pitchFamily="18" charset="0"/>
                <a:cs typeface="Times New Roman" pitchFamily="18" charset="0"/>
              </a:endParaRPr>
            </a:p>
            <a:p>
              <a:pPr>
                <a:lnSpc>
                  <a:spcPts val="3300"/>
                </a:lnSpc>
              </a:pPr>
              <a:endParaRPr lang="en-US" sz="4800" dirty="0" smtClean="0">
                <a:latin typeface="Times New Roman" pitchFamily="18" charset="0"/>
                <a:cs typeface="Times New Roman" pitchFamily="18" charset="0"/>
              </a:endParaRPr>
            </a:p>
            <a:p>
              <a:pPr marL="0" indent="0" algn="l">
                <a:lnSpc>
                  <a:spcPts val="3300"/>
                </a:lnSpc>
                <a:buNone/>
              </a:pPr>
              <a:endParaRPr lang="en-US" sz="48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" name="Text 2"/>
            <p:cNvSpPr/>
            <p:nvPr/>
          </p:nvSpPr>
          <p:spPr>
            <a:xfrm>
              <a:off x="793790" y="3111222"/>
              <a:ext cx="6244709" cy="12472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>
                <a:lnSpc>
                  <a:spcPts val="2850"/>
                </a:lnSpc>
                <a:buSzPct val="100000"/>
              </a:pPr>
              <a:endParaRPr 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793790" y="5237440"/>
              <a:ext cx="6244709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endParaRPr 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793790" y="5827157"/>
              <a:ext cx="3402330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endParaRPr lang="en-US" sz="3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793790" y="6479262"/>
              <a:ext cx="6244709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endParaRPr 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257550" y="2553295"/>
            <a:ext cx="4014430" cy="3583424"/>
            <a:chOff x="7599521" y="2459117"/>
            <a:chExt cx="6244709" cy="3583424"/>
          </a:xfrm>
        </p:grpSpPr>
        <p:sp>
          <p:nvSpPr>
            <p:cNvPr id="9" name="Text 7"/>
            <p:cNvSpPr/>
            <p:nvPr/>
          </p:nvSpPr>
          <p:spPr>
            <a:xfrm>
              <a:off x="7599521" y="2459117"/>
              <a:ext cx="3402330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endParaRPr lang="en-US" sz="3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7599521" y="3111222"/>
              <a:ext cx="6244709" cy="8051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>
                <a:lnSpc>
                  <a:spcPts val="2850"/>
                </a:lnSpc>
                <a:buSzPct val="100000"/>
              </a:pPr>
              <a:endParaRPr 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7599521" y="4143137"/>
              <a:ext cx="3402330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300"/>
                </a:lnSpc>
                <a:buNone/>
              </a:pPr>
              <a:endParaRPr lang="en-US" sz="3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7599521" y="4795242"/>
              <a:ext cx="6244709" cy="12472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850"/>
                </a:lnSpc>
                <a:buSzPct val="100000"/>
                <a:buChar char="•"/>
              </a:pPr>
              <a:endParaRPr 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arallelogram 13"/>
          <p:cNvSpPr/>
          <p:nvPr/>
        </p:nvSpPr>
        <p:spPr>
          <a:xfrm>
            <a:off x="5398761" y="0"/>
            <a:ext cx="5516889" cy="822960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0" t="10196" r="11711"/>
          <a:stretch/>
        </p:blipFill>
        <p:spPr bwMode="auto">
          <a:xfrm>
            <a:off x="6724650" y="1"/>
            <a:ext cx="7905750" cy="8229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3" name="Group 12"/>
          <p:cNvGrpSpPr/>
          <p:nvPr/>
        </p:nvGrpSpPr>
        <p:grpSpPr>
          <a:xfrm>
            <a:off x="660440" y="683910"/>
            <a:ext cx="6311860" cy="6762749"/>
            <a:chOff x="6280190" y="1549003"/>
            <a:chExt cx="7556420" cy="5131594"/>
          </a:xfrm>
        </p:grpSpPr>
        <p:sp>
          <p:nvSpPr>
            <p:cNvPr id="3" name="Text 0"/>
            <p:cNvSpPr/>
            <p:nvPr/>
          </p:nvSpPr>
          <p:spPr>
            <a:xfrm>
              <a:off x="6280190" y="1549003"/>
              <a:ext cx="5672614" cy="7087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50"/>
                </a:lnSpc>
                <a:buNone/>
              </a:pPr>
              <a:r>
                <a:rPr lang="en-US" sz="4400" b="1" dirty="0">
                  <a:solidFill>
                    <a:srgbClr val="002060"/>
                  </a:solidFill>
                  <a:latin typeface="Times New Roman" pitchFamily="18" charset="0"/>
                  <a:ea typeface="Gelasio Semi Bold" pitchFamily="34" charset="-122"/>
                  <a:cs typeface="Times New Roman" pitchFamily="18" charset="0"/>
                </a:rPr>
                <a:t>System Architecture</a:t>
              </a:r>
              <a:endParaRPr lang="en-US" sz="4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4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0190" y="2597944"/>
              <a:ext cx="1134070" cy="1360884"/>
            </a:xfrm>
            <a:prstGeom prst="rect">
              <a:avLst/>
            </a:prstGeom>
          </p:spPr>
        </p:pic>
        <p:sp>
          <p:nvSpPr>
            <p:cNvPr id="5" name="Text 1"/>
            <p:cNvSpPr/>
            <p:nvPr/>
          </p:nvSpPr>
          <p:spPr>
            <a:xfrm>
              <a:off x="7641074" y="2824758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800" dirty="0"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Presentation Layer</a:t>
              </a:r>
              <a:endParaRPr lang="en-US" sz="2800" dirty="0"/>
            </a:p>
          </p:txBody>
        </p:sp>
        <p:sp>
          <p:nvSpPr>
            <p:cNvPr id="6" name="Text 2"/>
            <p:cNvSpPr/>
            <p:nvPr/>
          </p:nvSpPr>
          <p:spPr>
            <a:xfrm>
              <a:off x="7641074" y="3315176"/>
              <a:ext cx="6195536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2000" dirty="0">
                  <a:latin typeface="Gelasio" pitchFamily="34" charset="0"/>
                  <a:ea typeface="Gelasio" pitchFamily="34" charset="-122"/>
                  <a:cs typeface="Gelasio" pitchFamily="34" charset="-120"/>
                </a:rPr>
                <a:t>User Interface (HTML, </a:t>
              </a:r>
              <a:r>
                <a:rPr lang="en-US" sz="2000" dirty="0" smtClean="0">
                  <a:latin typeface="Gelasio" pitchFamily="34" charset="0"/>
                  <a:ea typeface="Gelasio" pitchFamily="34" charset="-122"/>
                  <a:cs typeface="Gelasio" pitchFamily="34" charset="-120"/>
                </a:rPr>
                <a:t>CSS)</a:t>
              </a:r>
              <a:endParaRPr lang="en-US" sz="2000" dirty="0"/>
            </a:p>
          </p:txBody>
        </p:sp>
        <p:pic>
          <p:nvPicPr>
            <p:cNvPr id="7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80190" y="3958828"/>
              <a:ext cx="1134070" cy="1360884"/>
            </a:xfrm>
            <a:prstGeom prst="rect">
              <a:avLst/>
            </a:prstGeom>
          </p:spPr>
        </p:pic>
        <p:sp>
          <p:nvSpPr>
            <p:cNvPr id="8" name="Text 3"/>
            <p:cNvSpPr/>
            <p:nvPr/>
          </p:nvSpPr>
          <p:spPr>
            <a:xfrm>
              <a:off x="7641074" y="4185642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800" dirty="0"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Application Layer</a:t>
              </a:r>
              <a:endParaRPr lang="en-US" sz="2800" dirty="0"/>
            </a:p>
          </p:txBody>
        </p:sp>
        <p:sp>
          <p:nvSpPr>
            <p:cNvPr id="9" name="Text 4"/>
            <p:cNvSpPr/>
            <p:nvPr/>
          </p:nvSpPr>
          <p:spPr>
            <a:xfrm>
              <a:off x="7641074" y="4676061"/>
              <a:ext cx="6195536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2000" dirty="0">
                  <a:latin typeface="Gelasio" pitchFamily="34" charset="0"/>
                  <a:ea typeface="Gelasio" pitchFamily="34" charset="-122"/>
                  <a:cs typeface="Gelasio" pitchFamily="34" charset="-120"/>
                </a:rPr>
                <a:t>Business Logic </a:t>
              </a:r>
              <a:r>
                <a:rPr lang="en-US" sz="2000" dirty="0" smtClean="0">
                  <a:latin typeface="Gelasio" pitchFamily="34" charset="0"/>
                  <a:ea typeface="Gelasio" pitchFamily="34" charset="-122"/>
                  <a:cs typeface="Gelasio" pitchFamily="34" charset="-120"/>
                </a:rPr>
                <a:t>(PHP</a:t>
              </a:r>
              <a:r>
                <a:rPr lang="en-US" sz="2000" dirty="0">
                  <a:latin typeface="Gelasio" pitchFamily="34" charset="0"/>
                  <a:ea typeface="Gelasio" pitchFamily="34" charset="-122"/>
                  <a:cs typeface="Gelasio" pitchFamily="34" charset="-120"/>
                </a:rPr>
                <a:t>)</a:t>
              </a:r>
              <a:endParaRPr lang="en-US" sz="2000" dirty="0"/>
            </a:p>
          </p:txBody>
        </p:sp>
        <p:pic>
          <p:nvPicPr>
            <p:cNvPr id="10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80190" y="5319713"/>
              <a:ext cx="1134070" cy="1360884"/>
            </a:xfrm>
            <a:prstGeom prst="rect">
              <a:avLst/>
            </a:prstGeom>
          </p:spPr>
        </p:pic>
        <p:sp>
          <p:nvSpPr>
            <p:cNvPr id="11" name="Text 5"/>
            <p:cNvSpPr/>
            <p:nvPr/>
          </p:nvSpPr>
          <p:spPr>
            <a:xfrm>
              <a:off x="7641074" y="5546527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800" dirty="0">
                  <a:latin typeface="Gelasio Semi Bold" pitchFamily="34" charset="0"/>
                  <a:ea typeface="Gelasio Semi Bold" pitchFamily="34" charset="-122"/>
                  <a:cs typeface="Gelasio Semi Bold" pitchFamily="34" charset="-120"/>
                </a:rPr>
                <a:t>Database Layer</a:t>
              </a:r>
              <a:endParaRPr lang="en-US" sz="2800" dirty="0"/>
            </a:p>
          </p:txBody>
        </p:sp>
        <p:sp>
          <p:nvSpPr>
            <p:cNvPr id="12" name="Text 6"/>
            <p:cNvSpPr/>
            <p:nvPr/>
          </p:nvSpPr>
          <p:spPr>
            <a:xfrm>
              <a:off x="7641074" y="6036945"/>
              <a:ext cx="6195536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2000" dirty="0">
                  <a:latin typeface="Gelasio" pitchFamily="34" charset="0"/>
                  <a:ea typeface="Gelasio" pitchFamily="34" charset="-122"/>
                  <a:cs typeface="Gelasio" pitchFamily="34" charset="-120"/>
                </a:rPr>
                <a:t>Data Storage </a:t>
              </a:r>
              <a:r>
                <a:rPr lang="en-US" sz="2000" dirty="0" smtClean="0">
                  <a:latin typeface="Gelasio" pitchFamily="34" charset="0"/>
                  <a:ea typeface="Gelasio" pitchFamily="34" charset="-122"/>
                  <a:cs typeface="Gelasio" pitchFamily="34" charset="-120"/>
                </a:rPr>
                <a:t>(SQLite)</a:t>
              </a:r>
              <a:endParaRPr 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/>
          <p:cNvSpPr/>
          <p:nvPr/>
        </p:nvSpPr>
        <p:spPr>
          <a:xfrm>
            <a:off x="2907016" y="0"/>
            <a:ext cx="5516889" cy="822960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50" y="0"/>
            <a:ext cx="1038225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5300" y="1790700"/>
            <a:ext cx="3752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ER Diagram</a:t>
            </a:r>
            <a:endParaRPr lang="en-IN" sz="4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953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rallelogram 2"/>
          <p:cNvSpPr/>
          <p:nvPr/>
        </p:nvSpPr>
        <p:spPr>
          <a:xfrm>
            <a:off x="4705350" y="0"/>
            <a:ext cx="4286250" cy="822960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250" y="0"/>
            <a:ext cx="8820150" cy="822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1950" y="3143250"/>
            <a:ext cx="46291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Data Flow Diagram: Level 0</a:t>
            </a:r>
            <a:endParaRPr lang="en-IN" sz="4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725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0548" y="2672834"/>
            <a:ext cx="505250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Data Flow Diagram: Level 1</a:t>
            </a:r>
            <a:endParaRPr lang="en-IN" sz="4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Parallelogram 3"/>
          <p:cNvSpPr/>
          <p:nvPr/>
        </p:nvSpPr>
        <p:spPr>
          <a:xfrm>
            <a:off x="4743450" y="19050"/>
            <a:ext cx="4286250" cy="822960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100" y="38100"/>
            <a:ext cx="8877300" cy="819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65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39350" y="0"/>
            <a:ext cx="459105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Parallelogram 11"/>
          <p:cNvSpPr/>
          <p:nvPr/>
        </p:nvSpPr>
        <p:spPr>
          <a:xfrm>
            <a:off x="6419851" y="0"/>
            <a:ext cx="4724400" cy="822960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1219200" y="961488"/>
            <a:ext cx="122301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400" b="1" dirty="0">
                <a:solidFill>
                  <a:srgbClr val="002060"/>
                </a:solidFill>
                <a:latin typeface="Times New Roman" pitchFamily="18" charset="0"/>
                <a:ea typeface="Gelasio Semi Bold" pitchFamily="34" charset="-122"/>
                <a:cs typeface="Times New Roman" pitchFamily="18" charset="0"/>
              </a:rPr>
              <a:t>Core Modules</a:t>
            </a:r>
            <a:endParaRPr lang="en-US" sz="5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48997"/>
            <a:ext cx="3759160" cy="2994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985749"/>
            <a:ext cx="3587710" cy="1378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750"/>
              </a:lnSpc>
              <a:buFont typeface="Wingdings" pitchFamily="2" charset="2"/>
              <a:buChar char="Ø"/>
            </a:pPr>
            <a:r>
              <a:rPr lang="en-US" sz="2800" b="1" dirty="0">
                <a:latin typeface="Times New Roman" pitchFamily="18" charset="0"/>
                <a:ea typeface="Gelasio Semi Bold" pitchFamily="34" charset="-122"/>
                <a:cs typeface="Times New Roman" pitchFamily="18" charset="0"/>
              </a:rPr>
              <a:t>Student </a:t>
            </a:r>
            <a:r>
              <a:rPr lang="en-US" sz="2800" b="1" dirty="0" smtClean="0">
                <a:latin typeface="Times New Roman" pitchFamily="18" charset="0"/>
                <a:ea typeface="Gelasio Semi Bold" pitchFamily="34" charset="-122"/>
                <a:cs typeface="Times New Roman" pitchFamily="18" charset="0"/>
              </a:rPr>
              <a:t>Module</a:t>
            </a:r>
          </a:p>
          <a:p>
            <a:pPr>
              <a:lnSpc>
                <a:spcPts val="2750"/>
              </a:lnSpc>
            </a:pPr>
            <a:r>
              <a:rPr lang="en-US" sz="2800" dirty="0" smtClean="0">
                <a:latin typeface="Times New Roman" pitchFamily="18" charset="0"/>
                <a:ea typeface="Gelasio" pitchFamily="34" charset="-122"/>
                <a:cs typeface="Times New Roman" pitchFamily="18" charset="0"/>
              </a:rPr>
              <a:t>Register, view jobs, apply, </a:t>
            </a:r>
          </a:p>
          <a:p>
            <a:pPr>
              <a:lnSpc>
                <a:spcPts val="2750"/>
              </a:lnSpc>
            </a:pPr>
            <a:r>
              <a:rPr lang="en-US" sz="2800" dirty="0" smtClean="0">
                <a:latin typeface="Times New Roman" pitchFamily="18" charset="0"/>
                <a:ea typeface="Gelasio" pitchFamily="34" charset="-122"/>
                <a:cs typeface="Times New Roman" pitchFamily="18" charset="0"/>
              </a:rPr>
              <a:t>track status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621708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2" y="2448997"/>
            <a:ext cx="3812858" cy="2994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45444" y="5985749"/>
            <a:ext cx="3336607" cy="1569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750"/>
              </a:lnSpc>
              <a:buFont typeface="Wingdings" pitchFamily="2" charset="2"/>
              <a:buChar char="Ø"/>
            </a:pPr>
            <a:r>
              <a:rPr lang="en-US" sz="2800" b="1" dirty="0">
                <a:latin typeface="Times New Roman" pitchFamily="18" charset="0"/>
                <a:ea typeface="Gelasio Semi Bold" pitchFamily="34" charset="-122"/>
                <a:cs typeface="Times New Roman" pitchFamily="18" charset="0"/>
              </a:rPr>
              <a:t>Admin </a:t>
            </a:r>
            <a:r>
              <a:rPr lang="en-US" sz="2800" b="1" dirty="0" smtClean="0">
                <a:latin typeface="Times New Roman" pitchFamily="18" charset="0"/>
                <a:ea typeface="Gelasio Semi Bold" pitchFamily="34" charset="-122"/>
                <a:cs typeface="Times New Roman" pitchFamily="18" charset="0"/>
              </a:rPr>
              <a:t>Module</a:t>
            </a:r>
          </a:p>
          <a:p>
            <a:pPr>
              <a:lnSpc>
                <a:spcPts val="2750"/>
              </a:lnSpc>
            </a:pPr>
            <a:r>
              <a:rPr lang="en-US" sz="2800" dirty="0" smtClean="0">
                <a:latin typeface="Times New Roman" pitchFamily="18" charset="0"/>
                <a:ea typeface="Gelasio" pitchFamily="34" charset="-122"/>
                <a:cs typeface="Times New Roman" pitchFamily="18" charset="0"/>
              </a:rPr>
              <a:t>Manage users, approve </a:t>
            </a:r>
          </a:p>
          <a:p>
            <a:pPr>
              <a:lnSpc>
                <a:spcPts val="2750"/>
              </a:lnSpc>
            </a:pPr>
            <a:r>
              <a:rPr lang="en-US" sz="2800" dirty="0" smtClean="0">
                <a:latin typeface="Times New Roman" pitchFamily="18" charset="0"/>
                <a:ea typeface="Gelasio" pitchFamily="34" charset="-122"/>
                <a:cs typeface="Times New Roman" pitchFamily="18" charset="0"/>
              </a:rPr>
              <a:t>companies, generate reports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235893" y="621708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4" y="2448997"/>
            <a:ext cx="3771306" cy="29941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71649" y="5985749"/>
            <a:ext cx="3771305" cy="1378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l">
              <a:lnSpc>
                <a:spcPts val="2750"/>
              </a:lnSpc>
              <a:buFont typeface="Wingdings" pitchFamily="2" charset="2"/>
              <a:buChar char="Ø"/>
            </a:pPr>
            <a:r>
              <a:rPr lang="en-US" sz="2800" b="1" dirty="0">
                <a:latin typeface="Times New Roman" pitchFamily="18" charset="0"/>
                <a:ea typeface="Gelasio Semi Bold" pitchFamily="34" charset="-122"/>
                <a:cs typeface="Times New Roman" pitchFamily="18" charset="0"/>
              </a:rPr>
              <a:t>Company </a:t>
            </a:r>
            <a:r>
              <a:rPr lang="en-US" sz="2800" b="1" dirty="0" smtClean="0">
                <a:latin typeface="Times New Roman" pitchFamily="18" charset="0"/>
                <a:ea typeface="Gelasio Semi Bold" pitchFamily="34" charset="-122"/>
                <a:cs typeface="Times New Roman" pitchFamily="18" charset="0"/>
              </a:rPr>
              <a:t>Module</a:t>
            </a:r>
          </a:p>
          <a:p>
            <a:pPr>
              <a:lnSpc>
                <a:spcPts val="2750"/>
              </a:lnSpc>
            </a:pPr>
            <a:r>
              <a:rPr lang="en-US" sz="2800" dirty="0" smtClean="0">
                <a:latin typeface="Times New Roman" pitchFamily="18" charset="0"/>
                <a:ea typeface="Gelasio" pitchFamily="34" charset="-122"/>
                <a:cs typeface="Times New Roman" pitchFamily="18" charset="0"/>
              </a:rPr>
              <a:t>Post jobs, view applicants, </a:t>
            </a:r>
          </a:p>
          <a:p>
            <a:pPr>
              <a:lnSpc>
                <a:spcPts val="2750"/>
              </a:lnSpc>
            </a:pPr>
            <a:r>
              <a:rPr lang="en-US" sz="2800" dirty="0" smtClean="0">
                <a:latin typeface="Times New Roman" pitchFamily="18" charset="0"/>
                <a:ea typeface="Gelasio" pitchFamily="34" charset="-122"/>
                <a:cs typeface="Times New Roman" pitchFamily="18" charset="0"/>
              </a:rPr>
              <a:t>select candidates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677995" y="621708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6172200" y="0"/>
            <a:ext cx="5276850" cy="822960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8743950" y="0"/>
            <a:ext cx="588645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2343150" y="2305050"/>
            <a:ext cx="1011555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3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  <a:endParaRPr lang="en-IN" sz="13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680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231</Words>
  <Application>Microsoft Office PowerPoint</Application>
  <PresentationFormat>Custom</PresentationFormat>
  <Paragraphs>88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Inter</vt:lpstr>
      <vt:lpstr>Calibri</vt:lpstr>
      <vt:lpstr>Gelasio Light</vt:lpstr>
      <vt:lpstr>Gelasio Semi Bold</vt:lpstr>
      <vt:lpstr>Times New Roman</vt:lpstr>
      <vt:lpstr>Gelasio</vt:lpstr>
      <vt:lpstr>Inter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dell</cp:lastModifiedBy>
  <cp:revision>21</cp:revision>
  <dcterms:created xsi:type="dcterms:W3CDTF">2026-04-01T15:17:13Z</dcterms:created>
  <dcterms:modified xsi:type="dcterms:W3CDTF">2026-04-01T18:35:54Z</dcterms:modified>
</cp:coreProperties>
</file>